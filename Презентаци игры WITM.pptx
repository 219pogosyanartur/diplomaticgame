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8" r:id="rId2"/>
    <p:sldId id="288" r:id="rId3"/>
    <p:sldId id="286" r:id="rId4"/>
    <p:sldId id="256" r:id="rId5"/>
    <p:sldId id="277" r:id="rId6"/>
    <p:sldId id="279" r:id="rId7"/>
    <p:sldId id="289" r:id="rId8"/>
    <p:sldId id="263" r:id="rId9"/>
    <p:sldId id="290" r:id="rId10"/>
    <p:sldId id="285" r:id="rId11"/>
    <p:sldId id="291" r:id="rId12"/>
    <p:sldId id="292" r:id="rId13"/>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0201" autoAdjust="0"/>
  </p:normalViewPr>
  <p:slideViewPr>
    <p:cSldViewPr snapToGrid="0" showGuides="1">
      <p:cViewPr varScale="1">
        <p:scale>
          <a:sx n="82" d="100"/>
          <a:sy n="82" d="100"/>
        </p:scale>
        <p:origin x="643" y="4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62" d="100"/>
          <a:sy n="62" d="100"/>
        </p:scale>
        <p:origin x="3154"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B7B24F-9A4F-43C4-8C7F-0DEC263372FF}" type="datetimeFigureOut">
              <a:rPr lang="ru-RU" smtClean="0"/>
              <a:t>17.11.2022</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B34A13-95C2-4D21-B320-DDC5964822AE}" type="slidenum">
              <a:rPr lang="ru-RU" smtClean="0"/>
              <a:t>‹#›</a:t>
            </a:fld>
            <a:endParaRPr lang="ru-RU"/>
          </a:p>
        </p:txBody>
      </p:sp>
    </p:spTree>
    <p:extLst>
      <p:ext uri="{BB962C8B-B14F-4D97-AF65-F5344CB8AC3E}">
        <p14:creationId xmlns:p14="http://schemas.microsoft.com/office/powerpoint/2010/main" val="2286414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a:solidFill>
                  <a:srgbClr val="000000"/>
                </a:solidFill>
                <a:effectLst/>
                <a:latin typeface="Times New Roman" panose="02020603050405020304" pitchFamily="18" charset="0"/>
                <a:ea typeface="Calibri" panose="020F0502020204030204" pitchFamily="34" charset="0"/>
              </a:rPr>
              <a:t>Как известно, информация лучше усваивается во время игры, так как человеку не страшно совершать ошибки, ведь их можно исправлять. Благодаря этому, обучающийся сосредоточен на самом процессе учебной деятельности, не испытывает страха и нервного напряжения из-за боязни допустить ошибку или получить неудовлетворительную оценку. В процессе игровой деятельности учебный материал подкрепляется положительными эмоциями, которые благоприятно влияют на запоминание информации </a:t>
            </a:r>
            <a:endParaRPr lang="ru-RU" dirty="0"/>
          </a:p>
        </p:txBody>
      </p:sp>
      <p:sp>
        <p:nvSpPr>
          <p:cNvPr id="4" name="Номер слайда 3"/>
          <p:cNvSpPr>
            <a:spLocks noGrp="1"/>
          </p:cNvSpPr>
          <p:nvPr>
            <p:ph type="sldNum" sz="quarter" idx="5"/>
          </p:nvPr>
        </p:nvSpPr>
        <p:spPr/>
        <p:txBody>
          <a:bodyPr/>
          <a:lstStyle/>
          <a:p>
            <a:fld id="{F9B34A13-95C2-4D21-B320-DDC5964822AE}" type="slidenum">
              <a:rPr lang="ru-RU" smtClean="0"/>
              <a:t>2</a:t>
            </a:fld>
            <a:endParaRPr lang="ru-RU"/>
          </a:p>
        </p:txBody>
      </p:sp>
    </p:spTree>
    <p:extLst>
      <p:ext uri="{BB962C8B-B14F-4D97-AF65-F5344CB8AC3E}">
        <p14:creationId xmlns:p14="http://schemas.microsoft.com/office/powerpoint/2010/main" val="5019403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Написать предмет и объект исследования</a:t>
            </a:r>
          </a:p>
          <a:p>
            <a:endParaRPr lang="ru-RU" dirty="0"/>
          </a:p>
        </p:txBody>
      </p:sp>
      <p:sp>
        <p:nvSpPr>
          <p:cNvPr id="4" name="Номер слайда 3"/>
          <p:cNvSpPr>
            <a:spLocks noGrp="1"/>
          </p:cNvSpPr>
          <p:nvPr>
            <p:ph type="sldNum" sz="quarter" idx="5"/>
          </p:nvPr>
        </p:nvSpPr>
        <p:spPr/>
        <p:txBody>
          <a:bodyPr/>
          <a:lstStyle/>
          <a:p>
            <a:fld id="{F9B34A13-95C2-4D21-B320-DDC5964822AE}" type="slidenum">
              <a:rPr lang="ru-RU" smtClean="0"/>
              <a:t>3</a:t>
            </a:fld>
            <a:endParaRPr lang="ru-RU"/>
          </a:p>
        </p:txBody>
      </p:sp>
    </p:spTree>
    <p:extLst>
      <p:ext uri="{BB962C8B-B14F-4D97-AF65-F5344CB8AC3E}">
        <p14:creationId xmlns:p14="http://schemas.microsoft.com/office/powerpoint/2010/main" val="4185030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26811010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Правила игры появляются на моменте начала игры. В игре вы занимаете место Российской империи. Следует внимательно прочитать.</a:t>
            </a:r>
          </a:p>
        </p:txBody>
      </p:sp>
      <p:sp>
        <p:nvSpPr>
          <p:cNvPr id="4" name="Номер слайда 3"/>
          <p:cNvSpPr>
            <a:spLocks noGrp="1"/>
          </p:cNvSpPr>
          <p:nvPr>
            <p:ph type="sldNum" sz="quarter" idx="5"/>
          </p:nvPr>
        </p:nvSpPr>
        <p:spPr/>
        <p:txBody>
          <a:bodyPr/>
          <a:lstStyle/>
          <a:p>
            <a:fld id="{F9B34A13-95C2-4D21-B320-DDC5964822AE}" type="slidenum">
              <a:rPr lang="ru-RU" smtClean="0"/>
              <a:t>6</a:t>
            </a:fld>
            <a:endParaRPr lang="ru-RU"/>
          </a:p>
        </p:txBody>
      </p:sp>
    </p:spTree>
    <p:extLst>
      <p:ext uri="{BB962C8B-B14F-4D97-AF65-F5344CB8AC3E}">
        <p14:creationId xmlns:p14="http://schemas.microsoft.com/office/powerpoint/2010/main" val="40213925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Сразу отвечу на вопрос, почему я выбрал именно </a:t>
            </a:r>
            <a:r>
              <a:rPr lang="en-US" dirty="0"/>
              <a:t>Windows Forms</a:t>
            </a:r>
            <a:r>
              <a:rPr lang="ru-RU" dirty="0"/>
              <a:t>. Моя игра больше основана на графическом интерфейсе для нее важна картинка, поэтому при разработке я сменил ход решения и перестроился на </a:t>
            </a:r>
            <a:r>
              <a:rPr lang="en-US" dirty="0"/>
              <a:t>Windows Forms. </a:t>
            </a:r>
            <a:r>
              <a:rPr lang="ru-RU" dirty="0"/>
              <a:t>Безусловно логика программы, также сильно важна, но игра </a:t>
            </a:r>
            <a:r>
              <a:rPr lang="ru-RU" dirty="0" err="1"/>
              <a:t>предназаначена</a:t>
            </a:r>
            <a:r>
              <a:rPr lang="ru-RU" dirty="0"/>
              <a:t> в основном для школьников, поэтому была разработана простая функциональность и хорошая картинка.</a:t>
            </a:r>
          </a:p>
        </p:txBody>
      </p:sp>
      <p:sp>
        <p:nvSpPr>
          <p:cNvPr id="4" name="Номер слайда 3"/>
          <p:cNvSpPr>
            <a:spLocks noGrp="1"/>
          </p:cNvSpPr>
          <p:nvPr>
            <p:ph type="sldNum" sz="quarter" idx="5"/>
          </p:nvPr>
        </p:nvSpPr>
        <p:spPr/>
        <p:txBody>
          <a:bodyPr/>
          <a:lstStyle/>
          <a:p>
            <a:fld id="{F9B34A13-95C2-4D21-B320-DDC5964822AE}" type="slidenum">
              <a:rPr lang="ru-RU" smtClean="0"/>
              <a:t>7</a:t>
            </a:fld>
            <a:endParaRPr lang="ru-RU"/>
          </a:p>
        </p:txBody>
      </p:sp>
    </p:spTree>
    <p:extLst>
      <p:ext uri="{BB962C8B-B14F-4D97-AF65-F5344CB8AC3E}">
        <p14:creationId xmlns:p14="http://schemas.microsoft.com/office/powerpoint/2010/main" val="18480679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9B34A13-95C2-4D21-B320-DDC5964822AE}" type="slidenum">
              <a:rPr lang="ru-RU" smtClean="0"/>
              <a:t>8</a:t>
            </a:fld>
            <a:endParaRPr lang="ru-RU"/>
          </a:p>
        </p:txBody>
      </p:sp>
    </p:spTree>
    <p:extLst>
      <p:ext uri="{BB962C8B-B14F-4D97-AF65-F5344CB8AC3E}">
        <p14:creationId xmlns:p14="http://schemas.microsoft.com/office/powerpoint/2010/main" val="27812528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Я связался с преподавателями своей прошлой школы и предложил им внедрить данную игру на урок истории. Они с радостью согласились.</a:t>
            </a:r>
          </a:p>
        </p:txBody>
      </p:sp>
      <p:sp>
        <p:nvSpPr>
          <p:cNvPr id="4" name="Номер слайда 3"/>
          <p:cNvSpPr>
            <a:spLocks noGrp="1"/>
          </p:cNvSpPr>
          <p:nvPr>
            <p:ph type="sldNum" sz="quarter" idx="5"/>
          </p:nvPr>
        </p:nvSpPr>
        <p:spPr/>
        <p:txBody>
          <a:bodyPr/>
          <a:lstStyle/>
          <a:p>
            <a:fld id="{F9B34A13-95C2-4D21-B320-DDC5964822AE}" type="slidenum">
              <a:rPr lang="ru-RU" smtClean="0"/>
              <a:t>9</a:t>
            </a:fld>
            <a:endParaRPr lang="ru-RU"/>
          </a:p>
        </p:txBody>
      </p:sp>
    </p:spTree>
    <p:extLst>
      <p:ext uri="{BB962C8B-B14F-4D97-AF65-F5344CB8AC3E}">
        <p14:creationId xmlns:p14="http://schemas.microsoft.com/office/powerpoint/2010/main" val="20812874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По окончание игры появляется окно с результатами и кнопка, которая предоставляет возможность начать заново.</a:t>
            </a:r>
          </a:p>
        </p:txBody>
      </p:sp>
      <p:sp>
        <p:nvSpPr>
          <p:cNvPr id="4" name="Номер слайда 3"/>
          <p:cNvSpPr>
            <a:spLocks noGrp="1"/>
          </p:cNvSpPr>
          <p:nvPr>
            <p:ph type="sldNum" sz="quarter" idx="5"/>
          </p:nvPr>
        </p:nvSpPr>
        <p:spPr/>
        <p:txBody>
          <a:bodyPr/>
          <a:lstStyle/>
          <a:p>
            <a:fld id="{F9B34A13-95C2-4D21-B320-DDC5964822AE}" type="slidenum">
              <a:rPr lang="ru-RU" smtClean="0"/>
              <a:t>10</a:t>
            </a:fld>
            <a:endParaRPr lang="ru-RU"/>
          </a:p>
        </p:txBody>
      </p:sp>
    </p:spTree>
    <p:extLst>
      <p:ext uri="{BB962C8B-B14F-4D97-AF65-F5344CB8AC3E}">
        <p14:creationId xmlns:p14="http://schemas.microsoft.com/office/powerpoint/2010/main" val="39423801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9B34A13-95C2-4D21-B320-DDC5964822AE}" type="slidenum">
              <a:rPr lang="ru-RU" smtClean="0"/>
              <a:t>11</a:t>
            </a:fld>
            <a:endParaRPr lang="ru-RU"/>
          </a:p>
        </p:txBody>
      </p:sp>
    </p:spTree>
    <p:extLst>
      <p:ext uri="{BB962C8B-B14F-4D97-AF65-F5344CB8AC3E}">
        <p14:creationId xmlns:p14="http://schemas.microsoft.com/office/powerpoint/2010/main" val="26035236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По окончание игры появляется окно с результатами и кнопка, которая предоставляет возможность начать заново.</a:t>
            </a:r>
          </a:p>
        </p:txBody>
      </p:sp>
      <p:sp>
        <p:nvSpPr>
          <p:cNvPr id="4" name="Номер слайда 3"/>
          <p:cNvSpPr>
            <a:spLocks noGrp="1"/>
          </p:cNvSpPr>
          <p:nvPr>
            <p:ph type="sldNum" sz="quarter" idx="5"/>
          </p:nvPr>
        </p:nvSpPr>
        <p:spPr/>
        <p:txBody>
          <a:bodyPr/>
          <a:lstStyle/>
          <a:p>
            <a:fld id="{F9B34A13-95C2-4D21-B320-DDC5964822AE}" type="slidenum">
              <a:rPr lang="ru-RU" smtClean="0"/>
              <a:t>12</a:t>
            </a:fld>
            <a:endParaRPr lang="ru-RU"/>
          </a:p>
        </p:txBody>
      </p:sp>
    </p:spTree>
    <p:extLst>
      <p:ext uri="{BB962C8B-B14F-4D97-AF65-F5344CB8AC3E}">
        <p14:creationId xmlns:p14="http://schemas.microsoft.com/office/powerpoint/2010/main" val="31407273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8AA9C82-6DC9-02A3-A8FE-2B9E34B8BA11}"/>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21446BE2-FF09-C580-3AD0-70646642FB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D6C58AEC-8F18-3F65-CF36-840C6A6BB2ED}"/>
              </a:ext>
            </a:extLst>
          </p:cNvPr>
          <p:cNvSpPr>
            <a:spLocks noGrp="1"/>
          </p:cNvSpPr>
          <p:nvPr>
            <p:ph type="dt" sz="half" idx="10"/>
          </p:nvPr>
        </p:nvSpPr>
        <p:spPr/>
        <p:txBody>
          <a:bodyPr/>
          <a:lstStyle/>
          <a:p>
            <a:fld id="{20FEBB12-E28F-4C02-BA68-B162A588A2F5}" type="datetimeFigureOut">
              <a:rPr lang="ru-RU" smtClean="0"/>
              <a:t>17.11.2022</a:t>
            </a:fld>
            <a:endParaRPr lang="ru-RU"/>
          </a:p>
        </p:txBody>
      </p:sp>
      <p:sp>
        <p:nvSpPr>
          <p:cNvPr id="5" name="Нижний колонтитул 4">
            <a:extLst>
              <a:ext uri="{FF2B5EF4-FFF2-40B4-BE49-F238E27FC236}">
                <a16:creationId xmlns:a16="http://schemas.microsoft.com/office/drawing/2014/main" id="{3A425065-0383-B74A-42DC-72B8E0C52AF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73A15ED-1804-BB35-9679-125278A9F3A9}"/>
              </a:ext>
            </a:extLst>
          </p:cNvPr>
          <p:cNvSpPr>
            <a:spLocks noGrp="1"/>
          </p:cNvSpPr>
          <p:nvPr>
            <p:ph type="sldNum" sz="quarter" idx="12"/>
          </p:nvPr>
        </p:nvSpPr>
        <p:spPr/>
        <p:txBody>
          <a:bodyPr/>
          <a:lstStyle/>
          <a:p>
            <a:fld id="{83C23300-4EB2-426D-9A18-03BE5E0ED351}" type="slidenum">
              <a:rPr lang="ru-RU" smtClean="0"/>
              <a:t>‹#›</a:t>
            </a:fld>
            <a:endParaRPr lang="ru-RU"/>
          </a:p>
        </p:txBody>
      </p:sp>
    </p:spTree>
    <p:extLst>
      <p:ext uri="{BB962C8B-B14F-4D97-AF65-F5344CB8AC3E}">
        <p14:creationId xmlns:p14="http://schemas.microsoft.com/office/powerpoint/2010/main" val="3009465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92442DA-8038-502F-E4A5-C2F974A07426}"/>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F708FE9D-B877-413C-9919-7BBA0CF7CB42}"/>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FDE0BBC7-40FE-21FA-126D-59E2750A3507}"/>
              </a:ext>
            </a:extLst>
          </p:cNvPr>
          <p:cNvSpPr>
            <a:spLocks noGrp="1"/>
          </p:cNvSpPr>
          <p:nvPr>
            <p:ph type="dt" sz="half" idx="10"/>
          </p:nvPr>
        </p:nvSpPr>
        <p:spPr/>
        <p:txBody>
          <a:bodyPr/>
          <a:lstStyle/>
          <a:p>
            <a:fld id="{20FEBB12-E28F-4C02-BA68-B162A588A2F5}" type="datetimeFigureOut">
              <a:rPr lang="ru-RU" smtClean="0"/>
              <a:t>17.11.2022</a:t>
            </a:fld>
            <a:endParaRPr lang="ru-RU"/>
          </a:p>
        </p:txBody>
      </p:sp>
      <p:sp>
        <p:nvSpPr>
          <p:cNvPr id="5" name="Нижний колонтитул 4">
            <a:extLst>
              <a:ext uri="{FF2B5EF4-FFF2-40B4-BE49-F238E27FC236}">
                <a16:creationId xmlns:a16="http://schemas.microsoft.com/office/drawing/2014/main" id="{1DE20FDE-086E-7843-7A97-DD9574A0960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6784C94-F47D-17D7-D83F-E7423906DC2B}"/>
              </a:ext>
            </a:extLst>
          </p:cNvPr>
          <p:cNvSpPr>
            <a:spLocks noGrp="1"/>
          </p:cNvSpPr>
          <p:nvPr>
            <p:ph type="sldNum" sz="quarter" idx="12"/>
          </p:nvPr>
        </p:nvSpPr>
        <p:spPr/>
        <p:txBody>
          <a:bodyPr/>
          <a:lstStyle/>
          <a:p>
            <a:fld id="{83C23300-4EB2-426D-9A18-03BE5E0ED351}" type="slidenum">
              <a:rPr lang="ru-RU" smtClean="0"/>
              <a:t>‹#›</a:t>
            </a:fld>
            <a:endParaRPr lang="ru-RU"/>
          </a:p>
        </p:txBody>
      </p:sp>
    </p:spTree>
    <p:extLst>
      <p:ext uri="{BB962C8B-B14F-4D97-AF65-F5344CB8AC3E}">
        <p14:creationId xmlns:p14="http://schemas.microsoft.com/office/powerpoint/2010/main" val="330979895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E47B072-219E-7043-0A73-8E5C5A2DB5F0}"/>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F9C3E03D-2F19-CC50-F4E4-EC19F2EC337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3BA2C04D-2F0E-0705-C03D-69BCC274331C}"/>
              </a:ext>
            </a:extLst>
          </p:cNvPr>
          <p:cNvSpPr>
            <a:spLocks noGrp="1"/>
          </p:cNvSpPr>
          <p:nvPr>
            <p:ph type="dt" sz="half" idx="10"/>
          </p:nvPr>
        </p:nvSpPr>
        <p:spPr/>
        <p:txBody>
          <a:bodyPr/>
          <a:lstStyle/>
          <a:p>
            <a:fld id="{20FEBB12-E28F-4C02-BA68-B162A588A2F5}" type="datetimeFigureOut">
              <a:rPr lang="ru-RU" smtClean="0"/>
              <a:t>17.11.2022</a:t>
            </a:fld>
            <a:endParaRPr lang="ru-RU"/>
          </a:p>
        </p:txBody>
      </p:sp>
      <p:sp>
        <p:nvSpPr>
          <p:cNvPr id="5" name="Нижний колонтитул 4">
            <a:extLst>
              <a:ext uri="{FF2B5EF4-FFF2-40B4-BE49-F238E27FC236}">
                <a16:creationId xmlns:a16="http://schemas.microsoft.com/office/drawing/2014/main" id="{AF08728F-2037-22F6-441A-647A6937ECB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CAA1BE6-1AED-6B6E-CAF8-7008EE948589}"/>
              </a:ext>
            </a:extLst>
          </p:cNvPr>
          <p:cNvSpPr>
            <a:spLocks noGrp="1"/>
          </p:cNvSpPr>
          <p:nvPr>
            <p:ph type="sldNum" sz="quarter" idx="12"/>
          </p:nvPr>
        </p:nvSpPr>
        <p:spPr/>
        <p:txBody>
          <a:bodyPr/>
          <a:lstStyle/>
          <a:p>
            <a:fld id="{83C23300-4EB2-426D-9A18-03BE5E0ED351}" type="slidenum">
              <a:rPr lang="ru-RU" smtClean="0"/>
              <a:t>‹#›</a:t>
            </a:fld>
            <a:endParaRPr lang="ru-RU"/>
          </a:p>
        </p:txBody>
      </p:sp>
    </p:spTree>
    <p:extLst>
      <p:ext uri="{BB962C8B-B14F-4D97-AF65-F5344CB8AC3E}">
        <p14:creationId xmlns:p14="http://schemas.microsoft.com/office/powerpoint/2010/main" val="1579612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EF817CD-834D-E090-A946-09521B33D7D5}"/>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DE0CBE55-6C88-FA77-223E-906AC32BAD75}"/>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0D18D6CF-049A-0009-4C0D-47257780540A}"/>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58AD2EA0-434E-DA65-F8F4-F6CC66631398}"/>
              </a:ext>
            </a:extLst>
          </p:cNvPr>
          <p:cNvSpPr>
            <a:spLocks noGrp="1"/>
          </p:cNvSpPr>
          <p:nvPr>
            <p:ph type="dt" sz="half" idx="10"/>
          </p:nvPr>
        </p:nvSpPr>
        <p:spPr/>
        <p:txBody>
          <a:bodyPr/>
          <a:lstStyle/>
          <a:p>
            <a:fld id="{20FEBB12-E28F-4C02-BA68-B162A588A2F5}" type="datetimeFigureOut">
              <a:rPr lang="ru-RU" smtClean="0"/>
              <a:t>17.11.2022</a:t>
            </a:fld>
            <a:endParaRPr lang="ru-RU"/>
          </a:p>
        </p:txBody>
      </p:sp>
      <p:sp>
        <p:nvSpPr>
          <p:cNvPr id="6" name="Нижний колонтитул 5">
            <a:extLst>
              <a:ext uri="{FF2B5EF4-FFF2-40B4-BE49-F238E27FC236}">
                <a16:creationId xmlns:a16="http://schemas.microsoft.com/office/drawing/2014/main" id="{5FC6D3DC-1AA8-E5DC-967D-43AB25C5419E}"/>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D1811F06-C2C1-99FB-2871-40D2DDA8BD61}"/>
              </a:ext>
            </a:extLst>
          </p:cNvPr>
          <p:cNvSpPr>
            <a:spLocks noGrp="1"/>
          </p:cNvSpPr>
          <p:nvPr>
            <p:ph type="sldNum" sz="quarter" idx="12"/>
          </p:nvPr>
        </p:nvSpPr>
        <p:spPr/>
        <p:txBody>
          <a:bodyPr/>
          <a:lstStyle/>
          <a:p>
            <a:fld id="{83C23300-4EB2-426D-9A18-03BE5E0ED351}" type="slidenum">
              <a:rPr lang="ru-RU" smtClean="0"/>
              <a:t>‹#›</a:t>
            </a:fld>
            <a:endParaRPr lang="ru-RU"/>
          </a:p>
        </p:txBody>
      </p:sp>
    </p:spTree>
    <p:extLst>
      <p:ext uri="{BB962C8B-B14F-4D97-AF65-F5344CB8AC3E}">
        <p14:creationId xmlns:p14="http://schemas.microsoft.com/office/powerpoint/2010/main" val="3847824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92F5872-2B80-576C-F298-115F0CE9A621}"/>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74C3CA60-FC10-1B89-A861-B9EC1923D4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F73A909C-E152-7FD7-EA40-DECC912D0916}"/>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2D25DA41-1F8A-5359-3255-276A5061C5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71307845-2ACD-91E9-3886-8AA07BA3D968}"/>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52A24872-7178-886C-FF41-2A3ED1827B48}"/>
              </a:ext>
            </a:extLst>
          </p:cNvPr>
          <p:cNvSpPr>
            <a:spLocks noGrp="1"/>
          </p:cNvSpPr>
          <p:nvPr>
            <p:ph type="dt" sz="half" idx="10"/>
          </p:nvPr>
        </p:nvSpPr>
        <p:spPr/>
        <p:txBody>
          <a:bodyPr/>
          <a:lstStyle/>
          <a:p>
            <a:fld id="{20FEBB12-E28F-4C02-BA68-B162A588A2F5}" type="datetimeFigureOut">
              <a:rPr lang="ru-RU" smtClean="0"/>
              <a:t>17.11.2022</a:t>
            </a:fld>
            <a:endParaRPr lang="ru-RU"/>
          </a:p>
        </p:txBody>
      </p:sp>
      <p:sp>
        <p:nvSpPr>
          <p:cNvPr id="8" name="Нижний колонтитул 7">
            <a:extLst>
              <a:ext uri="{FF2B5EF4-FFF2-40B4-BE49-F238E27FC236}">
                <a16:creationId xmlns:a16="http://schemas.microsoft.com/office/drawing/2014/main" id="{AB5EA71A-08D0-56C2-5EC0-97A73E94107E}"/>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F97E1B8F-68FD-06CA-EA68-6B609E963743}"/>
              </a:ext>
            </a:extLst>
          </p:cNvPr>
          <p:cNvSpPr>
            <a:spLocks noGrp="1"/>
          </p:cNvSpPr>
          <p:nvPr>
            <p:ph type="sldNum" sz="quarter" idx="12"/>
          </p:nvPr>
        </p:nvSpPr>
        <p:spPr/>
        <p:txBody>
          <a:bodyPr/>
          <a:lstStyle/>
          <a:p>
            <a:fld id="{83C23300-4EB2-426D-9A18-03BE5E0ED351}" type="slidenum">
              <a:rPr lang="ru-RU" smtClean="0"/>
              <a:t>‹#›</a:t>
            </a:fld>
            <a:endParaRPr lang="ru-RU"/>
          </a:p>
        </p:txBody>
      </p:sp>
    </p:spTree>
    <p:extLst>
      <p:ext uri="{BB962C8B-B14F-4D97-AF65-F5344CB8AC3E}">
        <p14:creationId xmlns:p14="http://schemas.microsoft.com/office/powerpoint/2010/main" val="3702576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F118B1C-F930-A6BC-2AF4-CBE1866713AC}"/>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FE0765D7-0898-41C7-8240-2E32145BC29F}"/>
              </a:ext>
            </a:extLst>
          </p:cNvPr>
          <p:cNvSpPr>
            <a:spLocks noGrp="1"/>
          </p:cNvSpPr>
          <p:nvPr>
            <p:ph type="dt" sz="half" idx="10"/>
          </p:nvPr>
        </p:nvSpPr>
        <p:spPr/>
        <p:txBody>
          <a:bodyPr/>
          <a:lstStyle/>
          <a:p>
            <a:fld id="{20FEBB12-E28F-4C02-BA68-B162A588A2F5}" type="datetimeFigureOut">
              <a:rPr lang="ru-RU" smtClean="0"/>
              <a:t>17.11.2022</a:t>
            </a:fld>
            <a:endParaRPr lang="ru-RU"/>
          </a:p>
        </p:txBody>
      </p:sp>
      <p:sp>
        <p:nvSpPr>
          <p:cNvPr id="4" name="Нижний колонтитул 3">
            <a:extLst>
              <a:ext uri="{FF2B5EF4-FFF2-40B4-BE49-F238E27FC236}">
                <a16:creationId xmlns:a16="http://schemas.microsoft.com/office/drawing/2014/main" id="{F1D416DC-C326-525C-FAEB-09849E6A6408}"/>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89CC1362-F972-ED0F-DAF0-631229538F3B}"/>
              </a:ext>
            </a:extLst>
          </p:cNvPr>
          <p:cNvSpPr>
            <a:spLocks noGrp="1"/>
          </p:cNvSpPr>
          <p:nvPr>
            <p:ph type="sldNum" sz="quarter" idx="12"/>
          </p:nvPr>
        </p:nvSpPr>
        <p:spPr/>
        <p:txBody>
          <a:bodyPr/>
          <a:lstStyle/>
          <a:p>
            <a:fld id="{83C23300-4EB2-426D-9A18-03BE5E0ED351}" type="slidenum">
              <a:rPr lang="ru-RU" smtClean="0"/>
              <a:t>‹#›</a:t>
            </a:fld>
            <a:endParaRPr lang="ru-RU"/>
          </a:p>
        </p:txBody>
      </p:sp>
    </p:spTree>
    <p:extLst>
      <p:ext uri="{BB962C8B-B14F-4D97-AF65-F5344CB8AC3E}">
        <p14:creationId xmlns:p14="http://schemas.microsoft.com/office/powerpoint/2010/main" val="4233389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5E2C5605-A3E9-3CC7-0267-A6372A7A39DC}"/>
              </a:ext>
            </a:extLst>
          </p:cNvPr>
          <p:cNvSpPr>
            <a:spLocks noGrp="1"/>
          </p:cNvSpPr>
          <p:nvPr>
            <p:ph type="dt" sz="half" idx="10"/>
          </p:nvPr>
        </p:nvSpPr>
        <p:spPr/>
        <p:txBody>
          <a:bodyPr/>
          <a:lstStyle/>
          <a:p>
            <a:fld id="{20FEBB12-E28F-4C02-BA68-B162A588A2F5}" type="datetimeFigureOut">
              <a:rPr lang="ru-RU" smtClean="0"/>
              <a:t>17.11.2022</a:t>
            </a:fld>
            <a:endParaRPr lang="ru-RU"/>
          </a:p>
        </p:txBody>
      </p:sp>
      <p:sp>
        <p:nvSpPr>
          <p:cNvPr id="3" name="Нижний колонтитул 2">
            <a:extLst>
              <a:ext uri="{FF2B5EF4-FFF2-40B4-BE49-F238E27FC236}">
                <a16:creationId xmlns:a16="http://schemas.microsoft.com/office/drawing/2014/main" id="{3E3FDF9B-F42C-2616-401A-ABB9C3C0FFC7}"/>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E488686C-D3A1-E53E-F032-8ACF3FB2F393}"/>
              </a:ext>
            </a:extLst>
          </p:cNvPr>
          <p:cNvSpPr>
            <a:spLocks noGrp="1"/>
          </p:cNvSpPr>
          <p:nvPr>
            <p:ph type="sldNum" sz="quarter" idx="12"/>
          </p:nvPr>
        </p:nvSpPr>
        <p:spPr/>
        <p:txBody>
          <a:bodyPr/>
          <a:lstStyle/>
          <a:p>
            <a:fld id="{83C23300-4EB2-426D-9A18-03BE5E0ED351}" type="slidenum">
              <a:rPr lang="ru-RU" smtClean="0"/>
              <a:t>‹#›</a:t>
            </a:fld>
            <a:endParaRPr lang="ru-RU"/>
          </a:p>
        </p:txBody>
      </p:sp>
    </p:spTree>
    <p:extLst>
      <p:ext uri="{BB962C8B-B14F-4D97-AF65-F5344CB8AC3E}">
        <p14:creationId xmlns:p14="http://schemas.microsoft.com/office/powerpoint/2010/main" val="3599008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15CCD98-54E8-C6EF-D213-BCCC4EA5E6F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5D47DA8D-F6C7-AD76-75EF-755579BEA1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41C5DE4B-F90A-D506-F3A2-07A9703C2A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0F285430-8180-FC80-9E14-0297204885E1}"/>
              </a:ext>
            </a:extLst>
          </p:cNvPr>
          <p:cNvSpPr>
            <a:spLocks noGrp="1"/>
          </p:cNvSpPr>
          <p:nvPr>
            <p:ph type="dt" sz="half" idx="10"/>
          </p:nvPr>
        </p:nvSpPr>
        <p:spPr/>
        <p:txBody>
          <a:bodyPr/>
          <a:lstStyle/>
          <a:p>
            <a:fld id="{20FEBB12-E28F-4C02-BA68-B162A588A2F5}" type="datetimeFigureOut">
              <a:rPr lang="ru-RU" smtClean="0"/>
              <a:t>17.11.2022</a:t>
            </a:fld>
            <a:endParaRPr lang="ru-RU"/>
          </a:p>
        </p:txBody>
      </p:sp>
      <p:sp>
        <p:nvSpPr>
          <p:cNvPr id="6" name="Нижний колонтитул 5">
            <a:extLst>
              <a:ext uri="{FF2B5EF4-FFF2-40B4-BE49-F238E27FC236}">
                <a16:creationId xmlns:a16="http://schemas.microsoft.com/office/drawing/2014/main" id="{2798D239-074C-3F30-19C1-5C168E58EC35}"/>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E807DEAC-40B7-83E5-B348-0A9D752E9634}"/>
              </a:ext>
            </a:extLst>
          </p:cNvPr>
          <p:cNvSpPr>
            <a:spLocks noGrp="1"/>
          </p:cNvSpPr>
          <p:nvPr>
            <p:ph type="sldNum" sz="quarter" idx="12"/>
          </p:nvPr>
        </p:nvSpPr>
        <p:spPr/>
        <p:txBody>
          <a:bodyPr/>
          <a:lstStyle/>
          <a:p>
            <a:fld id="{83C23300-4EB2-426D-9A18-03BE5E0ED351}" type="slidenum">
              <a:rPr lang="ru-RU" smtClean="0"/>
              <a:t>‹#›</a:t>
            </a:fld>
            <a:endParaRPr lang="ru-RU"/>
          </a:p>
        </p:txBody>
      </p:sp>
    </p:spTree>
    <p:extLst>
      <p:ext uri="{BB962C8B-B14F-4D97-AF65-F5344CB8AC3E}">
        <p14:creationId xmlns:p14="http://schemas.microsoft.com/office/powerpoint/2010/main" val="3787921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511F4C-DE40-6E85-1922-DB66181C457A}"/>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21A60EC0-159B-58D8-C9C5-127081C774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839827BA-EE5F-C529-FA73-F75091AA36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586A82E1-5E6A-4385-4765-FAA363255906}"/>
              </a:ext>
            </a:extLst>
          </p:cNvPr>
          <p:cNvSpPr>
            <a:spLocks noGrp="1"/>
          </p:cNvSpPr>
          <p:nvPr>
            <p:ph type="dt" sz="half" idx="10"/>
          </p:nvPr>
        </p:nvSpPr>
        <p:spPr/>
        <p:txBody>
          <a:bodyPr/>
          <a:lstStyle/>
          <a:p>
            <a:fld id="{20FEBB12-E28F-4C02-BA68-B162A588A2F5}" type="datetimeFigureOut">
              <a:rPr lang="ru-RU" smtClean="0"/>
              <a:t>17.11.2022</a:t>
            </a:fld>
            <a:endParaRPr lang="ru-RU"/>
          </a:p>
        </p:txBody>
      </p:sp>
      <p:sp>
        <p:nvSpPr>
          <p:cNvPr id="6" name="Нижний колонтитул 5">
            <a:extLst>
              <a:ext uri="{FF2B5EF4-FFF2-40B4-BE49-F238E27FC236}">
                <a16:creationId xmlns:a16="http://schemas.microsoft.com/office/drawing/2014/main" id="{01E2F8A9-9937-EAF3-CDF0-09B0BB21890E}"/>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3305EA1F-2CFD-1F6E-2B35-C4DC5B1D4031}"/>
              </a:ext>
            </a:extLst>
          </p:cNvPr>
          <p:cNvSpPr>
            <a:spLocks noGrp="1"/>
          </p:cNvSpPr>
          <p:nvPr>
            <p:ph type="sldNum" sz="quarter" idx="12"/>
          </p:nvPr>
        </p:nvSpPr>
        <p:spPr/>
        <p:txBody>
          <a:bodyPr/>
          <a:lstStyle/>
          <a:p>
            <a:fld id="{83C23300-4EB2-426D-9A18-03BE5E0ED351}" type="slidenum">
              <a:rPr lang="ru-RU" smtClean="0"/>
              <a:t>‹#›</a:t>
            </a:fld>
            <a:endParaRPr lang="ru-RU"/>
          </a:p>
        </p:txBody>
      </p:sp>
    </p:spTree>
    <p:extLst>
      <p:ext uri="{BB962C8B-B14F-4D97-AF65-F5344CB8AC3E}">
        <p14:creationId xmlns:p14="http://schemas.microsoft.com/office/powerpoint/2010/main" val="1022231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6F3398C-75F9-5F71-44C1-71F3F2A3C830}"/>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7F57ADD4-63B9-BF74-6A35-8E0BC624C406}"/>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79FF0CB8-6D9C-DBA9-98B1-C034AE1CFEFE}"/>
              </a:ext>
            </a:extLst>
          </p:cNvPr>
          <p:cNvSpPr>
            <a:spLocks noGrp="1"/>
          </p:cNvSpPr>
          <p:nvPr>
            <p:ph type="dt" sz="half" idx="10"/>
          </p:nvPr>
        </p:nvSpPr>
        <p:spPr/>
        <p:txBody>
          <a:bodyPr/>
          <a:lstStyle/>
          <a:p>
            <a:fld id="{20FEBB12-E28F-4C02-BA68-B162A588A2F5}" type="datetimeFigureOut">
              <a:rPr lang="ru-RU" smtClean="0"/>
              <a:t>17.11.2022</a:t>
            </a:fld>
            <a:endParaRPr lang="ru-RU"/>
          </a:p>
        </p:txBody>
      </p:sp>
      <p:sp>
        <p:nvSpPr>
          <p:cNvPr id="5" name="Нижний колонтитул 4">
            <a:extLst>
              <a:ext uri="{FF2B5EF4-FFF2-40B4-BE49-F238E27FC236}">
                <a16:creationId xmlns:a16="http://schemas.microsoft.com/office/drawing/2014/main" id="{6CFB02A0-5870-6F4E-E71A-837CAD64C98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11B5448B-9D60-C66D-F1A0-F6CD33C5A965}"/>
              </a:ext>
            </a:extLst>
          </p:cNvPr>
          <p:cNvSpPr>
            <a:spLocks noGrp="1"/>
          </p:cNvSpPr>
          <p:nvPr>
            <p:ph type="sldNum" sz="quarter" idx="12"/>
          </p:nvPr>
        </p:nvSpPr>
        <p:spPr/>
        <p:txBody>
          <a:bodyPr/>
          <a:lstStyle/>
          <a:p>
            <a:fld id="{83C23300-4EB2-426D-9A18-03BE5E0ED351}" type="slidenum">
              <a:rPr lang="ru-RU" smtClean="0"/>
              <a:t>‹#›</a:t>
            </a:fld>
            <a:endParaRPr lang="ru-RU"/>
          </a:p>
        </p:txBody>
      </p:sp>
    </p:spTree>
    <p:extLst>
      <p:ext uri="{BB962C8B-B14F-4D97-AF65-F5344CB8AC3E}">
        <p14:creationId xmlns:p14="http://schemas.microsoft.com/office/powerpoint/2010/main" val="71752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949D457D-1565-A035-18C7-109A295C1330}"/>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72C17BE0-309A-1BD2-5C29-3629EB2DEEB4}"/>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2FDD5416-4C3C-31E3-E656-C5F439F94C67}"/>
              </a:ext>
            </a:extLst>
          </p:cNvPr>
          <p:cNvSpPr>
            <a:spLocks noGrp="1"/>
          </p:cNvSpPr>
          <p:nvPr>
            <p:ph type="dt" sz="half" idx="10"/>
          </p:nvPr>
        </p:nvSpPr>
        <p:spPr/>
        <p:txBody>
          <a:bodyPr/>
          <a:lstStyle/>
          <a:p>
            <a:fld id="{20FEBB12-E28F-4C02-BA68-B162A588A2F5}" type="datetimeFigureOut">
              <a:rPr lang="ru-RU" smtClean="0"/>
              <a:t>17.11.2022</a:t>
            </a:fld>
            <a:endParaRPr lang="ru-RU"/>
          </a:p>
        </p:txBody>
      </p:sp>
      <p:sp>
        <p:nvSpPr>
          <p:cNvPr id="5" name="Нижний колонтитул 4">
            <a:extLst>
              <a:ext uri="{FF2B5EF4-FFF2-40B4-BE49-F238E27FC236}">
                <a16:creationId xmlns:a16="http://schemas.microsoft.com/office/drawing/2014/main" id="{D9E120BD-ED92-AAA5-521B-044E9365B07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69CB412A-D517-3F35-78E2-51734AD72757}"/>
              </a:ext>
            </a:extLst>
          </p:cNvPr>
          <p:cNvSpPr>
            <a:spLocks noGrp="1"/>
          </p:cNvSpPr>
          <p:nvPr>
            <p:ph type="sldNum" sz="quarter" idx="12"/>
          </p:nvPr>
        </p:nvSpPr>
        <p:spPr/>
        <p:txBody>
          <a:bodyPr/>
          <a:lstStyle/>
          <a:p>
            <a:fld id="{83C23300-4EB2-426D-9A18-03BE5E0ED351}" type="slidenum">
              <a:rPr lang="ru-RU" smtClean="0"/>
              <a:t>‹#›</a:t>
            </a:fld>
            <a:endParaRPr lang="ru-RU"/>
          </a:p>
        </p:txBody>
      </p:sp>
    </p:spTree>
    <p:extLst>
      <p:ext uri="{BB962C8B-B14F-4D97-AF65-F5344CB8AC3E}">
        <p14:creationId xmlns:p14="http://schemas.microsoft.com/office/powerpoint/2010/main" val="9499124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lank with photo">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730432" y="504141"/>
            <a:ext cx="2556669" cy="2555875"/>
          </a:xfrm>
          <a:solidFill>
            <a:schemeClr val="accent1"/>
          </a:solidFill>
        </p:spPr>
        <p:txBody>
          <a:bodyPr/>
          <a:lstStyle/>
          <a:p>
            <a:pPr lvl="0"/>
            <a:endParaRPr lang="en-US" noProof="0">
              <a:sym typeface="Poppins" charset="0"/>
            </a:endParaRPr>
          </a:p>
        </p:txBody>
      </p:sp>
      <p:sp>
        <p:nvSpPr>
          <p:cNvPr id="10" name="Picture Placeholder 4"/>
          <p:cNvSpPr>
            <a:spLocks noGrp="1"/>
          </p:cNvSpPr>
          <p:nvPr>
            <p:ph type="pic" sz="quarter" idx="12"/>
          </p:nvPr>
        </p:nvSpPr>
        <p:spPr>
          <a:xfrm>
            <a:off x="3431704" y="504141"/>
            <a:ext cx="2556669" cy="2555875"/>
          </a:xfrm>
          <a:solidFill>
            <a:schemeClr val="accent1"/>
          </a:solidFill>
        </p:spPr>
        <p:txBody>
          <a:bodyPr/>
          <a:lstStyle/>
          <a:p>
            <a:pPr lvl="0"/>
            <a:endParaRPr lang="en-US" noProof="0">
              <a:sym typeface="Poppins" charset="0"/>
            </a:endParaRPr>
          </a:p>
        </p:txBody>
      </p:sp>
      <p:sp>
        <p:nvSpPr>
          <p:cNvPr id="11" name="Picture Placeholder 4"/>
          <p:cNvSpPr>
            <a:spLocks noGrp="1"/>
          </p:cNvSpPr>
          <p:nvPr>
            <p:ph type="pic" sz="quarter" idx="13"/>
          </p:nvPr>
        </p:nvSpPr>
        <p:spPr>
          <a:xfrm>
            <a:off x="6132976" y="504141"/>
            <a:ext cx="2556669" cy="2555875"/>
          </a:xfrm>
          <a:solidFill>
            <a:schemeClr val="accent1"/>
          </a:solidFill>
        </p:spPr>
        <p:txBody>
          <a:bodyPr/>
          <a:lstStyle/>
          <a:p>
            <a:pPr lvl="0"/>
            <a:endParaRPr lang="en-US" noProof="0">
              <a:sym typeface="Poppins" charset="0"/>
            </a:endParaRPr>
          </a:p>
        </p:txBody>
      </p:sp>
      <p:sp>
        <p:nvSpPr>
          <p:cNvPr id="12" name="Picture Placeholder 4"/>
          <p:cNvSpPr>
            <a:spLocks noGrp="1"/>
          </p:cNvSpPr>
          <p:nvPr>
            <p:ph type="pic" sz="quarter" idx="14"/>
          </p:nvPr>
        </p:nvSpPr>
        <p:spPr>
          <a:xfrm>
            <a:off x="8834249" y="504141"/>
            <a:ext cx="2556669" cy="2555875"/>
          </a:xfrm>
          <a:solidFill>
            <a:schemeClr val="accent1"/>
          </a:solidFill>
        </p:spPr>
        <p:txBody>
          <a:bodyPr/>
          <a:lstStyle/>
          <a:p>
            <a:pPr lvl="0"/>
            <a:endParaRPr lang="en-US" noProof="0">
              <a:sym typeface="Poppins" charset="0"/>
            </a:endParaRPr>
          </a:p>
        </p:txBody>
      </p:sp>
      <p:sp>
        <p:nvSpPr>
          <p:cNvPr id="13" name="Picture Placeholder 4"/>
          <p:cNvSpPr>
            <a:spLocks noGrp="1"/>
          </p:cNvSpPr>
          <p:nvPr>
            <p:ph type="pic" sz="quarter" idx="15"/>
          </p:nvPr>
        </p:nvSpPr>
        <p:spPr>
          <a:xfrm>
            <a:off x="730432" y="3248980"/>
            <a:ext cx="2556669" cy="2555875"/>
          </a:xfrm>
          <a:solidFill>
            <a:schemeClr val="accent1"/>
          </a:solidFill>
        </p:spPr>
        <p:txBody>
          <a:bodyPr/>
          <a:lstStyle/>
          <a:p>
            <a:pPr lvl="0"/>
            <a:endParaRPr lang="en-US" noProof="0">
              <a:sym typeface="Poppins" charset="0"/>
            </a:endParaRPr>
          </a:p>
        </p:txBody>
      </p:sp>
      <p:sp>
        <p:nvSpPr>
          <p:cNvPr id="14" name="Picture Placeholder 4"/>
          <p:cNvSpPr>
            <a:spLocks noGrp="1"/>
          </p:cNvSpPr>
          <p:nvPr>
            <p:ph type="pic" sz="quarter" idx="16"/>
          </p:nvPr>
        </p:nvSpPr>
        <p:spPr>
          <a:xfrm>
            <a:off x="3431704" y="3248980"/>
            <a:ext cx="2556669" cy="2555875"/>
          </a:xfrm>
          <a:solidFill>
            <a:schemeClr val="accent1"/>
          </a:solidFill>
        </p:spPr>
        <p:txBody>
          <a:bodyPr/>
          <a:lstStyle/>
          <a:p>
            <a:pPr lvl="0"/>
            <a:endParaRPr lang="en-US" noProof="0">
              <a:sym typeface="Poppins" charset="0"/>
            </a:endParaRPr>
          </a:p>
        </p:txBody>
      </p:sp>
      <p:sp>
        <p:nvSpPr>
          <p:cNvPr id="15" name="Picture Placeholder 4"/>
          <p:cNvSpPr>
            <a:spLocks noGrp="1"/>
          </p:cNvSpPr>
          <p:nvPr>
            <p:ph type="pic" sz="quarter" idx="17"/>
          </p:nvPr>
        </p:nvSpPr>
        <p:spPr>
          <a:xfrm>
            <a:off x="6132976" y="3248980"/>
            <a:ext cx="2556669" cy="2555875"/>
          </a:xfrm>
          <a:solidFill>
            <a:schemeClr val="accent1"/>
          </a:solidFill>
        </p:spPr>
        <p:txBody>
          <a:bodyPr/>
          <a:lstStyle/>
          <a:p>
            <a:pPr lvl="0"/>
            <a:endParaRPr lang="en-US" noProof="0">
              <a:sym typeface="Poppins" charset="0"/>
            </a:endParaRPr>
          </a:p>
        </p:txBody>
      </p:sp>
      <p:sp>
        <p:nvSpPr>
          <p:cNvPr id="16" name="Picture Placeholder 4"/>
          <p:cNvSpPr>
            <a:spLocks noGrp="1"/>
          </p:cNvSpPr>
          <p:nvPr>
            <p:ph type="pic" sz="quarter" idx="18"/>
          </p:nvPr>
        </p:nvSpPr>
        <p:spPr>
          <a:xfrm>
            <a:off x="8834249" y="3248980"/>
            <a:ext cx="2556669" cy="2555875"/>
          </a:xfrm>
          <a:solidFill>
            <a:schemeClr val="accent1"/>
          </a:solidFill>
        </p:spPr>
        <p:txBody>
          <a:bodyPr/>
          <a:lstStyle/>
          <a:p>
            <a:pPr lvl="0"/>
            <a:endParaRPr lang="en-US" noProof="0">
              <a:sym typeface="Poppins" charset="0"/>
            </a:endParaRPr>
          </a:p>
        </p:txBody>
      </p:sp>
    </p:spTree>
    <p:extLst>
      <p:ext uri="{BB962C8B-B14F-4D97-AF65-F5344CB8AC3E}">
        <p14:creationId xmlns:p14="http://schemas.microsoft.com/office/powerpoint/2010/main" val="3023030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982440-F37E-B509-E496-0AF2CF4FCE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435CA14F-21DD-1F21-A2E2-71845754C3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40E08F1B-B005-EA8A-DC96-FC10C99CD8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FEBB12-E28F-4C02-BA68-B162A588A2F5}" type="datetimeFigureOut">
              <a:rPr lang="ru-RU" smtClean="0"/>
              <a:t>17.11.2022</a:t>
            </a:fld>
            <a:endParaRPr lang="ru-RU"/>
          </a:p>
        </p:txBody>
      </p:sp>
      <p:sp>
        <p:nvSpPr>
          <p:cNvPr id="5" name="Нижний колонтитул 4">
            <a:extLst>
              <a:ext uri="{FF2B5EF4-FFF2-40B4-BE49-F238E27FC236}">
                <a16:creationId xmlns:a16="http://schemas.microsoft.com/office/drawing/2014/main" id="{056409DF-C03C-57A2-1B6D-273C262470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D1948774-487C-F0D3-67D6-13CC7EE290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C23300-4EB2-426D-9A18-03BE5E0ED351}" type="slidenum">
              <a:rPr lang="ru-RU" smtClean="0"/>
              <a:t>‹#›</a:t>
            </a:fld>
            <a:endParaRPr lang="ru-RU"/>
          </a:p>
        </p:txBody>
      </p:sp>
    </p:spTree>
    <p:extLst>
      <p:ext uri="{BB962C8B-B14F-4D97-AF65-F5344CB8AC3E}">
        <p14:creationId xmlns:p14="http://schemas.microsoft.com/office/powerpoint/2010/main" val="33466733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microsoft.com/office/2007/relationships/hdphoto" Target="../media/hdphoto2.wdp"/></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microsoft.com/office/2007/relationships/hdphoto" Target="../media/hdphoto3.wdp"/></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Прямоугольник 16">
            <a:extLst>
              <a:ext uri="{FF2B5EF4-FFF2-40B4-BE49-F238E27FC236}">
                <a16:creationId xmlns:a16="http://schemas.microsoft.com/office/drawing/2014/main" id="{9698CE4D-7A22-AD4F-B05B-A7F55F0D39D0}"/>
              </a:ext>
            </a:extLst>
          </p:cNvPr>
          <p:cNvSpPr/>
          <p:nvPr/>
        </p:nvSpPr>
        <p:spPr bwMode="auto">
          <a:xfrm rot="5400000">
            <a:off x="1433021" y="-411207"/>
            <a:ext cx="426429" cy="1248843"/>
          </a:xfrm>
          <a:prstGeom prst="rect">
            <a:avLst/>
          </a:prstGeom>
          <a:solidFill>
            <a:srgbClr val="002060"/>
          </a:solidFill>
          <a:ln w="12700" cap="flat" cmpd="sng" algn="ctr">
            <a:noFill/>
            <a:prstDash val="solid"/>
            <a:miter lim="400000"/>
            <a:headEnd type="none" w="med" len="med"/>
            <a:tailEnd type="none" w="med" len="med"/>
          </a:ln>
          <a:effectLst/>
        </p:spPr>
        <p:txBody>
          <a:bodyPr vert="horz" wrap="square" lIns="19050" tIns="19050" rIns="19050" bIns="19050" numCol="1" rtlCol="0" anchor="ctr" anchorCtr="0" compatLnSpc="1">
            <a:prstTxWarp prst="textNoShape">
              <a:avLst/>
            </a:prstTxWarp>
            <a:spAutoFit/>
          </a:bodyPr>
          <a:lstStyle>
            <a:defPPr>
              <a:defRPr lang="en-US"/>
            </a:defPPr>
            <a:lvl1pPr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1pPr>
            <a:lvl2pPr marL="228600" indent="-1143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2pPr>
            <a:lvl3pPr marL="457200" indent="-2286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3pPr>
            <a:lvl4pPr marL="685800" indent="-3429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4pPr>
            <a:lvl5pPr marL="914400" indent="-4572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5pPr>
            <a:lvl6pPr marL="1143000" algn="l" defTabSz="457200" rtl="0" eaLnBrk="1" latinLnBrk="0" hangingPunct="1">
              <a:defRPr sz="1000" kern="1200">
                <a:solidFill>
                  <a:srgbClr val="74808C"/>
                </a:solidFill>
                <a:latin typeface="Poppins"/>
                <a:ea typeface="Poppins"/>
                <a:cs typeface="Poppins"/>
                <a:sym typeface="Poppins"/>
              </a:defRPr>
            </a:lvl6pPr>
            <a:lvl7pPr marL="1371600" algn="l" defTabSz="457200" rtl="0" eaLnBrk="1" latinLnBrk="0" hangingPunct="1">
              <a:defRPr sz="1000" kern="1200">
                <a:solidFill>
                  <a:srgbClr val="74808C"/>
                </a:solidFill>
                <a:latin typeface="Poppins"/>
                <a:ea typeface="Poppins"/>
                <a:cs typeface="Poppins"/>
                <a:sym typeface="Poppins"/>
              </a:defRPr>
            </a:lvl7pPr>
            <a:lvl8pPr marL="1600200" algn="l" defTabSz="457200" rtl="0" eaLnBrk="1" latinLnBrk="0" hangingPunct="1">
              <a:defRPr sz="1000" kern="1200">
                <a:solidFill>
                  <a:srgbClr val="74808C"/>
                </a:solidFill>
                <a:latin typeface="Poppins"/>
                <a:ea typeface="Poppins"/>
                <a:cs typeface="Poppins"/>
                <a:sym typeface="Poppins"/>
              </a:defRPr>
            </a:lvl8pPr>
            <a:lvl9pPr marL="1828800" algn="l" defTabSz="457200" rtl="0" eaLnBrk="1" latinLnBrk="0" hangingPunct="1">
              <a:defRPr sz="1000" kern="1200">
                <a:solidFill>
                  <a:srgbClr val="74808C"/>
                </a:solidFill>
                <a:latin typeface="Poppins"/>
                <a:ea typeface="Poppins"/>
                <a:cs typeface="Poppins"/>
                <a:sym typeface="Poppins"/>
              </a:defRPr>
            </a:lvl9pPr>
          </a:lstStyle>
          <a:p>
            <a:pPr marL="0" marR="0" indent="0" algn="l" defTabSz="412750" rtl="0" eaLnBrk="1" fontAlgn="base" latinLnBrk="0" hangingPunct="0">
              <a:lnSpc>
                <a:spcPct val="100000"/>
              </a:lnSpc>
              <a:spcBef>
                <a:spcPct val="0"/>
              </a:spcBef>
              <a:spcAft>
                <a:spcPct val="0"/>
              </a:spcAft>
              <a:buClrTx/>
              <a:buSzTx/>
              <a:buFontTx/>
              <a:buNone/>
              <a:tabLst/>
            </a:pPr>
            <a:endParaRPr kumimoji="0" lang="ru-RU" sz="1000" b="0" i="0" u="none" strike="noStrike" cap="none" normalizeH="0" baseline="0">
              <a:ln>
                <a:noFill/>
              </a:ln>
              <a:solidFill>
                <a:srgbClr val="74808C"/>
              </a:solidFill>
              <a:effectLst/>
              <a:latin typeface="Poppins" charset="0"/>
              <a:ea typeface="Poppins" charset="0"/>
              <a:cs typeface="Poppins" charset="0"/>
              <a:sym typeface="Poppins" charset="0"/>
            </a:endParaRPr>
          </a:p>
        </p:txBody>
      </p:sp>
      <p:sp>
        <p:nvSpPr>
          <p:cNvPr id="11" name="TextBox 10">
            <a:extLst>
              <a:ext uri="{FF2B5EF4-FFF2-40B4-BE49-F238E27FC236}">
                <a16:creationId xmlns:a16="http://schemas.microsoft.com/office/drawing/2014/main" id="{11879F7F-CC82-4A5A-9420-6255E188A1F7}"/>
              </a:ext>
            </a:extLst>
          </p:cNvPr>
          <p:cNvSpPr txBox="1"/>
          <p:nvPr/>
        </p:nvSpPr>
        <p:spPr>
          <a:xfrm>
            <a:off x="2028130" y="2828835"/>
            <a:ext cx="8135737" cy="1200329"/>
          </a:xfrm>
          <a:prstGeom prst="rect">
            <a:avLst/>
          </a:prstGeom>
          <a:noFill/>
        </p:spPr>
        <p:txBody>
          <a:bodyPr wrap="square" rtlCol="0">
            <a:spAutoFit/>
          </a:bodyPr>
          <a:lstStyle/>
          <a:p>
            <a:pPr algn="ctr"/>
            <a:r>
              <a:rPr lang="ru-RU" sz="2400" dirty="0">
                <a:latin typeface="Arial Black" panose="020B0A04020102020204" pitchFamily="34" charset="0"/>
              </a:rPr>
              <a:t>Курсовой проект на тему: «Проектирование и разработка дипломатической игры «WIM» на языке программирования С#»</a:t>
            </a:r>
          </a:p>
        </p:txBody>
      </p:sp>
      <p:sp>
        <p:nvSpPr>
          <p:cNvPr id="13" name="TextBox 12">
            <a:extLst>
              <a:ext uri="{FF2B5EF4-FFF2-40B4-BE49-F238E27FC236}">
                <a16:creationId xmlns:a16="http://schemas.microsoft.com/office/drawing/2014/main" id="{9C1EDC67-7EDF-48D6-821B-EBA58A0E01D3}"/>
              </a:ext>
            </a:extLst>
          </p:cNvPr>
          <p:cNvSpPr txBox="1"/>
          <p:nvPr/>
        </p:nvSpPr>
        <p:spPr>
          <a:xfrm>
            <a:off x="4975152" y="6545214"/>
            <a:ext cx="2241695" cy="369332"/>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2022</a:t>
            </a:r>
            <a:endParaRPr lang="ru-RU"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CAC9091D-D176-43F4-BEFA-8E99352A36C8}"/>
              </a:ext>
            </a:extLst>
          </p:cNvPr>
          <p:cNvSpPr txBox="1"/>
          <p:nvPr/>
        </p:nvSpPr>
        <p:spPr>
          <a:xfrm>
            <a:off x="7980946" y="5621884"/>
            <a:ext cx="4211054" cy="923330"/>
          </a:xfrm>
          <a:prstGeom prst="rect">
            <a:avLst/>
          </a:prstGeom>
        </p:spPr>
        <p:txBody>
          <a:bodyPr wrap="square" rtlCol="0">
            <a:spAutoFit/>
          </a:bodyPr>
          <a:lstStyle/>
          <a:p>
            <a:r>
              <a:rPr lang="ru-RU" dirty="0">
                <a:latin typeface="Arial" panose="020B0604020202020204" pitchFamily="34" charset="0"/>
                <a:cs typeface="Arial" panose="020B0604020202020204" pitchFamily="34" charset="0"/>
              </a:rPr>
              <a:t>Выполнил студент группы 4ПКС-219</a:t>
            </a:r>
          </a:p>
          <a:p>
            <a:r>
              <a:rPr lang="ru-RU" dirty="0">
                <a:latin typeface="Arial" panose="020B0604020202020204" pitchFamily="34" charset="0"/>
                <a:cs typeface="Arial" panose="020B0604020202020204" pitchFamily="34" charset="0"/>
              </a:rPr>
              <a:t>Погосян Артур </a:t>
            </a:r>
            <a:r>
              <a:rPr lang="ru-RU" dirty="0" err="1">
                <a:latin typeface="Arial" panose="020B0604020202020204" pitchFamily="34" charset="0"/>
                <a:cs typeface="Arial" panose="020B0604020202020204" pitchFamily="34" charset="0"/>
              </a:rPr>
              <a:t>Владикович</a:t>
            </a:r>
            <a:endParaRPr lang="ru-RU" dirty="0">
              <a:latin typeface="Arial" panose="020B0604020202020204" pitchFamily="34" charset="0"/>
              <a:cs typeface="Arial" panose="020B0604020202020204" pitchFamily="34" charset="0"/>
            </a:endParaRPr>
          </a:p>
          <a:p>
            <a:r>
              <a:rPr lang="ru-RU" dirty="0">
                <a:latin typeface="Arial" panose="020B0604020202020204" pitchFamily="34" charset="0"/>
                <a:cs typeface="Arial" panose="020B0604020202020204" pitchFamily="34" charset="0"/>
              </a:rPr>
              <a:t>Преподаватель: Аксёнова Т. Г.</a:t>
            </a:r>
          </a:p>
        </p:txBody>
      </p:sp>
      <p:sp>
        <p:nvSpPr>
          <p:cNvPr id="2" name="TextBox 1">
            <a:extLst>
              <a:ext uri="{FF2B5EF4-FFF2-40B4-BE49-F238E27FC236}">
                <a16:creationId xmlns:a16="http://schemas.microsoft.com/office/drawing/2014/main" id="{9160A65D-F03A-CAD7-5137-0190D9E82CBB}"/>
              </a:ext>
            </a:extLst>
          </p:cNvPr>
          <p:cNvSpPr txBox="1"/>
          <p:nvPr/>
        </p:nvSpPr>
        <p:spPr>
          <a:xfrm>
            <a:off x="1925564" y="194181"/>
            <a:ext cx="8798360" cy="1754326"/>
          </a:xfrm>
          <a:prstGeom prst="rect">
            <a:avLst/>
          </a:prstGeom>
          <a:noFill/>
        </p:spPr>
        <p:txBody>
          <a:bodyPr wrap="square">
            <a:spAutoFit/>
          </a:bodyPr>
          <a:lstStyle/>
          <a:p>
            <a:pPr algn="ctr"/>
            <a:r>
              <a:rPr lang="ru-RU" dirty="0">
                <a:latin typeface="Arial" panose="020B0604020202020204" pitchFamily="34" charset="0"/>
                <a:cs typeface="Arial" panose="020B0604020202020204" pitchFamily="34" charset="0"/>
              </a:rPr>
              <a:t>Федеральное государственное образовательное бюджетное учреждение высшего образования</a:t>
            </a:r>
          </a:p>
          <a:p>
            <a:pPr algn="ctr"/>
            <a:r>
              <a:rPr lang="ru-RU" dirty="0">
                <a:latin typeface="Arial" panose="020B0604020202020204" pitchFamily="34" charset="0"/>
                <a:cs typeface="Arial" panose="020B0604020202020204" pitchFamily="34" charset="0"/>
              </a:rPr>
              <a:t>«ФИНАНСОВЫЙ УНИВЕРСИТЕТ ПРИ ПРАВИТЕЛЬСТВЕ РОССИЙСКОЙ ФЕДЕРАЦИИ»</a:t>
            </a:r>
          </a:p>
          <a:p>
            <a:pPr algn="ctr"/>
            <a:r>
              <a:rPr lang="ru-RU" dirty="0">
                <a:latin typeface="Arial" panose="020B0604020202020204" pitchFamily="34" charset="0"/>
                <a:cs typeface="Arial" panose="020B0604020202020204" pitchFamily="34" charset="0"/>
              </a:rPr>
              <a:t>Колледж информатики и программирования</a:t>
            </a:r>
          </a:p>
          <a:p>
            <a:pPr algn="ctr"/>
            <a:r>
              <a:rPr lang="ru-RU" dirty="0">
                <a:latin typeface="Arial" panose="020B0604020202020204" pitchFamily="34" charset="0"/>
                <a:cs typeface="Arial" panose="020B0604020202020204" pitchFamily="34" charset="0"/>
              </a:rPr>
              <a:t>МДК.03.01 Технология разработки программного обеспечения</a:t>
            </a:r>
          </a:p>
        </p:txBody>
      </p:sp>
    </p:spTree>
    <p:extLst>
      <p:ext uri="{BB962C8B-B14F-4D97-AF65-F5344CB8AC3E}">
        <p14:creationId xmlns:p14="http://schemas.microsoft.com/office/powerpoint/2010/main" val="67462390"/>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DC8BECB4-7E83-3599-22EE-0A0E7A8A79C6}"/>
              </a:ext>
            </a:extLst>
          </p:cNvPr>
          <p:cNvSpPr txBox="1">
            <a:spLocks/>
          </p:cNvSpPr>
          <p:nvPr/>
        </p:nvSpPr>
        <p:spPr bwMode="auto">
          <a:xfrm>
            <a:off x="838200" y="365125"/>
            <a:ext cx="10515600" cy="1325563"/>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vert="horz" lIns="91440" tIns="45720" rIns="91440" bIns="45720" rtlCol="0" anchor="ctr">
            <a:normAutofit/>
          </a:bodyPr>
          <a:lstStyle>
            <a:defPPr>
              <a:defRPr lang="en-US"/>
            </a:defPPr>
            <a:lvl1pPr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1pPr>
            <a:lvl2pPr marL="228600" indent="-1143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2pPr>
            <a:lvl3pPr marL="457200" indent="-2286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3pPr>
            <a:lvl4pPr marL="685800" indent="-3429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4pPr>
            <a:lvl5pPr marL="914400" indent="-4572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5pPr>
            <a:lvl6pPr marL="1143000" algn="l" defTabSz="457200" rtl="0" eaLnBrk="1" latinLnBrk="0" hangingPunct="1">
              <a:defRPr sz="1000" kern="1200">
                <a:solidFill>
                  <a:srgbClr val="74808C"/>
                </a:solidFill>
                <a:latin typeface="Poppins"/>
                <a:ea typeface="Poppins"/>
                <a:cs typeface="Poppins"/>
                <a:sym typeface="Poppins"/>
              </a:defRPr>
            </a:lvl6pPr>
            <a:lvl7pPr marL="1371600" algn="l" defTabSz="457200" rtl="0" eaLnBrk="1" latinLnBrk="0" hangingPunct="1">
              <a:defRPr sz="1000" kern="1200">
                <a:solidFill>
                  <a:srgbClr val="74808C"/>
                </a:solidFill>
                <a:latin typeface="Poppins"/>
                <a:ea typeface="Poppins"/>
                <a:cs typeface="Poppins"/>
                <a:sym typeface="Poppins"/>
              </a:defRPr>
            </a:lvl7pPr>
            <a:lvl8pPr marL="1600200" algn="l" defTabSz="457200" rtl="0" eaLnBrk="1" latinLnBrk="0" hangingPunct="1">
              <a:defRPr sz="1000" kern="1200">
                <a:solidFill>
                  <a:srgbClr val="74808C"/>
                </a:solidFill>
                <a:latin typeface="Poppins"/>
                <a:ea typeface="Poppins"/>
                <a:cs typeface="Poppins"/>
                <a:sym typeface="Poppins"/>
              </a:defRPr>
            </a:lvl8pPr>
            <a:lvl9pPr marL="1828800" algn="l" defTabSz="457200" rtl="0" eaLnBrk="1" latinLnBrk="0" hangingPunct="1">
              <a:defRPr sz="1000" kern="1200">
                <a:solidFill>
                  <a:srgbClr val="74808C"/>
                </a:solidFill>
                <a:latin typeface="Poppins"/>
                <a:ea typeface="Poppins"/>
                <a:cs typeface="Poppins"/>
                <a:sym typeface="Poppins"/>
              </a:defRPr>
            </a:lvl9pPr>
          </a:lstStyle>
          <a:p>
            <a:pPr defTabSz="914400" eaLnBrk="1" hangingPunct="1">
              <a:lnSpc>
                <a:spcPct val="90000"/>
              </a:lnSpc>
              <a:spcAft>
                <a:spcPts val="600"/>
              </a:spcAft>
              <a:defRPr/>
            </a:pPr>
            <a:r>
              <a:rPr lang="en-US" altLang="x-none" sz="2800" b="1" dirty="0">
                <a:solidFill>
                  <a:srgbClr val="FFFFFF"/>
                </a:solidFill>
                <a:latin typeface="Arial Black" panose="020B0A04020102020204" pitchFamily="34" charset="0"/>
                <a:ea typeface="+mj-ea"/>
                <a:cs typeface="+mj-cs"/>
                <a:sym typeface="Poppins Medium" charset="0"/>
              </a:rPr>
              <a:t>Актуальность</a:t>
            </a:r>
          </a:p>
        </p:txBody>
      </p:sp>
      <p:sp>
        <p:nvSpPr>
          <p:cNvPr id="5" name="TextBox 4">
            <a:extLst>
              <a:ext uri="{FF2B5EF4-FFF2-40B4-BE49-F238E27FC236}">
                <a16:creationId xmlns:a16="http://schemas.microsoft.com/office/drawing/2014/main" id="{C5058E1F-2490-9891-F345-4C61FBBF5539}"/>
              </a:ext>
            </a:extLst>
          </p:cNvPr>
          <p:cNvSpPr txBox="1"/>
          <p:nvPr/>
        </p:nvSpPr>
        <p:spPr>
          <a:xfrm>
            <a:off x="838200" y="1536868"/>
            <a:ext cx="10515600" cy="1325563"/>
          </a:xfrm>
          <a:prstGeom prst="rect">
            <a:avLst/>
          </a:prstGeom>
        </p:spPr>
        <p:txBody>
          <a:bodyPr vert="horz" lIns="91440" tIns="45720" rIns="91440" bIns="45720" rtlCol="0">
            <a:noAutofit/>
          </a:bodyPr>
          <a:lstStyle/>
          <a:p>
            <a:pPr>
              <a:lnSpc>
                <a:spcPct val="150000"/>
              </a:lnSpc>
            </a:pPr>
            <a:r>
              <a:rPr lang="ru-RU" b="1" dirty="0">
                <a:solidFill>
                  <a:schemeClr val="bg1"/>
                </a:solidFill>
                <a:latin typeface="Arial Black" panose="020B0A04020102020204" pitchFamily="34" charset="0"/>
              </a:rPr>
              <a:t>Проблема исследования, заключается в недостаточном использовании обучающих компьютерных игр в учебном процессе, п</a:t>
            </a:r>
            <a:r>
              <a:rPr lang="en-US" b="1" dirty="0">
                <a:solidFill>
                  <a:schemeClr val="bg1"/>
                </a:solidFill>
                <a:latin typeface="Arial Black" panose="020B0A04020102020204" pitchFamily="34" charset="0"/>
              </a:rPr>
              <a:t>оэтому стратегическая игра WITM позволит им получать информацию не в виде </a:t>
            </a:r>
            <a:r>
              <a:rPr lang="ru-RU" b="1" dirty="0">
                <a:solidFill>
                  <a:schemeClr val="bg1"/>
                </a:solidFill>
                <a:latin typeface="Arial Black" panose="020B0A04020102020204" pitchFamily="34" charset="0"/>
              </a:rPr>
              <a:t>«</a:t>
            </a:r>
            <a:r>
              <a:rPr lang="en-US" b="1" dirty="0">
                <a:solidFill>
                  <a:schemeClr val="bg1"/>
                </a:solidFill>
                <a:latin typeface="Arial Black" panose="020B0A04020102020204" pitchFamily="34" charset="0"/>
              </a:rPr>
              <a:t>сухого</a:t>
            </a:r>
            <a:r>
              <a:rPr lang="ru-RU" b="1" dirty="0">
                <a:solidFill>
                  <a:schemeClr val="bg1"/>
                </a:solidFill>
                <a:latin typeface="Arial Black" panose="020B0A04020102020204" pitchFamily="34" charset="0"/>
              </a:rPr>
              <a:t>»</a:t>
            </a:r>
            <a:r>
              <a:rPr lang="en-US" b="1" dirty="0">
                <a:solidFill>
                  <a:schemeClr val="bg1"/>
                </a:solidFill>
                <a:latin typeface="Arial Black" panose="020B0A04020102020204" pitchFamily="34" charset="0"/>
              </a:rPr>
              <a:t> текста, а в виде интересной игры</a:t>
            </a:r>
            <a:r>
              <a:rPr lang="ru-RU" b="1" dirty="0">
                <a:solidFill>
                  <a:schemeClr val="bg1"/>
                </a:solidFill>
                <a:latin typeface="Arial Black" panose="020B0A04020102020204" pitchFamily="34" charset="0"/>
              </a:rPr>
              <a:t>.</a:t>
            </a:r>
            <a:endParaRPr lang="en-US" b="1" dirty="0">
              <a:solidFill>
                <a:schemeClr val="bg1"/>
              </a:solidFill>
              <a:latin typeface="Arial Black" panose="020B0A04020102020204" pitchFamily="34" charset="0"/>
            </a:endParaRPr>
          </a:p>
        </p:txBody>
      </p:sp>
      <p:pic>
        <p:nvPicPr>
          <p:cNvPr id="7" name="Picture 4">
            <a:extLst>
              <a:ext uri="{FF2B5EF4-FFF2-40B4-BE49-F238E27FC236}">
                <a16:creationId xmlns:a16="http://schemas.microsoft.com/office/drawing/2014/main" id="{05116FBB-5AC7-314B-5220-F04BD09EC3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4688" y="3341367"/>
            <a:ext cx="4727991" cy="31515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9504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561F1AEA-419D-B821-812D-8F5EBA1630F9}"/>
              </a:ext>
            </a:extLst>
          </p:cNvPr>
          <p:cNvSpPr txBox="1">
            <a:spLocks/>
          </p:cNvSpPr>
          <p:nvPr/>
        </p:nvSpPr>
        <p:spPr bwMode="auto">
          <a:xfrm>
            <a:off x="648929" y="629266"/>
            <a:ext cx="3505495" cy="162232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vert="horz" lIns="91440" tIns="45720" rIns="91440" bIns="45720" rtlCol="0" anchor="ctr">
            <a:normAutofit/>
          </a:bodyPr>
          <a:lstStyle>
            <a:defPPr>
              <a:defRPr lang="en-US"/>
            </a:defPPr>
            <a:lvl1pPr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1pPr>
            <a:lvl2pPr marL="228600" indent="-1143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2pPr>
            <a:lvl3pPr marL="457200" indent="-2286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3pPr>
            <a:lvl4pPr marL="685800" indent="-3429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4pPr>
            <a:lvl5pPr marL="914400" indent="-4572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5pPr>
            <a:lvl6pPr marL="1143000" algn="l" defTabSz="457200" rtl="0" eaLnBrk="1" latinLnBrk="0" hangingPunct="1">
              <a:defRPr sz="1000" kern="1200">
                <a:solidFill>
                  <a:srgbClr val="74808C"/>
                </a:solidFill>
                <a:latin typeface="Poppins"/>
                <a:ea typeface="Poppins"/>
                <a:cs typeface="Poppins"/>
                <a:sym typeface="Poppins"/>
              </a:defRPr>
            </a:lvl6pPr>
            <a:lvl7pPr marL="1371600" algn="l" defTabSz="457200" rtl="0" eaLnBrk="1" latinLnBrk="0" hangingPunct="1">
              <a:defRPr sz="1000" kern="1200">
                <a:solidFill>
                  <a:srgbClr val="74808C"/>
                </a:solidFill>
                <a:latin typeface="Poppins"/>
                <a:ea typeface="Poppins"/>
                <a:cs typeface="Poppins"/>
                <a:sym typeface="Poppins"/>
              </a:defRPr>
            </a:lvl7pPr>
            <a:lvl8pPr marL="1600200" algn="l" defTabSz="457200" rtl="0" eaLnBrk="1" latinLnBrk="0" hangingPunct="1">
              <a:defRPr sz="1000" kern="1200">
                <a:solidFill>
                  <a:srgbClr val="74808C"/>
                </a:solidFill>
                <a:latin typeface="Poppins"/>
                <a:ea typeface="Poppins"/>
                <a:cs typeface="Poppins"/>
                <a:sym typeface="Poppins"/>
              </a:defRPr>
            </a:lvl8pPr>
            <a:lvl9pPr marL="1828800" algn="l" defTabSz="457200" rtl="0" eaLnBrk="1" latinLnBrk="0" hangingPunct="1">
              <a:defRPr sz="1000" kern="1200">
                <a:solidFill>
                  <a:srgbClr val="74808C"/>
                </a:solidFill>
                <a:latin typeface="Poppins"/>
                <a:ea typeface="Poppins"/>
                <a:cs typeface="Poppins"/>
                <a:sym typeface="Poppins"/>
              </a:defRPr>
            </a:lvl9pPr>
          </a:lstStyle>
          <a:p>
            <a:pPr defTabSz="914400" eaLnBrk="1" hangingPunct="1">
              <a:lnSpc>
                <a:spcPct val="90000"/>
              </a:lnSpc>
              <a:spcAft>
                <a:spcPts val="600"/>
              </a:spcAft>
              <a:defRPr/>
            </a:pPr>
            <a:r>
              <a:rPr lang="ru-RU" altLang="x-none" sz="2700" b="1" dirty="0">
                <a:solidFill>
                  <a:schemeClr val="tx1"/>
                </a:solidFill>
                <a:latin typeface="Arial Black" panose="020B0A04020102020204" pitchFamily="34" charset="0"/>
                <a:sym typeface="Poppins Medium" charset="0"/>
              </a:rPr>
              <a:t>Предмет и объект исследования</a:t>
            </a:r>
            <a:endParaRPr lang="en-US" altLang="x-none" sz="2700" b="1" dirty="0">
              <a:solidFill>
                <a:schemeClr val="tx1"/>
              </a:solidFill>
              <a:latin typeface="Arial Black" panose="020B0A04020102020204" pitchFamily="34" charset="0"/>
              <a:sym typeface="Poppins Medium" charset="0"/>
            </a:endParaRPr>
          </a:p>
        </p:txBody>
      </p:sp>
      <p:sp>
        <p:nvSpPr>
          <p:cNvPr id="3" name="TextBox 2">
            <a:extLst>
              <a:ext uri="{FF2B5EF4-FFF2-40B4-BE49-F238E27FC236}">
                <a16:creationId xmlns:a16="http://schemas.microsoft.com/office/drawing/2014/main" id="{46BEEE44-A491-17D9-E4CA-46222FABC6A7}"/>
              </a:ext>
            </a:extLst>
          </p:cNvPr>
          <p:cNvSpPr txBox="1"/>
          <p:nvPr/>
        </p:nvSpPr>
        <p:spPr>
          <a:xfrm>
            <a:off x="648930" y="2438400"/>
            <a:ext cx="3803799" cy="3785419"/>
          </a:xfrm>
          <a:prstGeom prst="rect">
            <a:avLst/>
          </a:prstGeom>
        </p:spPr>
        <p:txBody>
          <a:bodyPr vert="horz" lIns="91440" tIns="45720" rIns="91440" bIns="45720" rtlCol="0">
            <a:normAutofit fontScale="92500" lnSpcReduction="10000"/>
          </a:bodyPr>
          <a:lstStyle/>
          <a:p>
            <a:pPr>
              <a:lnSpc>
                <a:spcPct val="150000"/>
              </a:lnSpc>
            </a:pPr>
            <a:r>
              <a:rPr lang="en-US" sz="2000" dirty="0">
                <a:latin typeface="Arial" panose="020B0604020202020204" pitchFamily="34" charset="0"/>
                <a:cs typeface="Arial" panose="020B0604020202020204" pitchFamily="34" charset="0"/>
              </a:rPr>
              <a:t>Объектом исследования являются игры жанра стратегия.</a:t>
            </a:r>
          </a:p>
          <a:p>
            <a:pPr indent="-228600">
              <a:lnSpc>
                <a:spcPct val="150000"/>
              </a:lnSpc>
              <a:buFont typeface="Arial" panose="020B0604020202020204" pitchFamily="34" charset="0"/>
              <a:buChar char="•"/>
            </a:pPr>
            <a:endParaRPr lang="en-US" sz="2000" b="1" dirty="0"/>
          </a:p>
          <a:p>
            <a:pPr>
              <a:lnSpc>
                <a:spcPct val="150000"/>
              </a:lnSpc>
            </a:pPr>
            <a:r>
              <a:rPr lang="en-US" sz="2000" dirty="0">
                <a:latin typeface="Arial" panose="020B0604020202020204" pitchFamily="34" charset="0"/>
                <a:cs typeface="Arial" panose="020B0604020202020204" pitchFamily="34" charset="0"/>
              </a:rPr>
              <a:t>Предметом исследования являются средства и методы разработки компьютерной игры-</a:t>
            </a:r>
            <a:r>
              <a:rPr lang="ru-RU" sz="2000" dirty="0">
                <a:latin typeface="Arial" panose="020B0604020202020204" pitchFamily="34" charset="0"/>
                <a:cs typeface="Arial" panose="020B0604020202020204" pitchFamily="34" charset="0"/>
              </a:rPr>
              <a:t>стратегии</a:t>
            </a:r>
            <a:r>
              <a:rPr lang="en-US" sz="2000" dirty="0">
                <a:latin typeface="Arial" panose="020B0604020202020204" pitchFamily="34" charset="0"/>
                <a:cs typeface="Arial" panose="020B0604020202020204" pitchFamily="34" charset="0"/>
              </a:rPr>
              <a:t> для образовательных целей.</a:t>
            </a:r>
          </a:p>
        </p:txBody>
      </p:sp>
      <p:sp>
        <p:nvSpPr>
          <p:cNvPr id="9" name="Rectangle 8">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Рисунок 3">
            <a:extLst>
              <a:ext uri="{FF2B5EF4-FFF2-40B4-BE49-F238E27FC236}">
                <a16:creationId xmlns:a16="http://schemas.microsoft.com/office/drawing/2014/main" id="{2C88019F-7128-F3F0-3669-C11C657240C5}"/>
              </a:ext>
            </a:extLst>
          </p:cNvPr>
          <p:cNvPicPr>
            <a:picLocks noChangeAspect="1"/>
          </p:cNvPicPr>
          <p:nvPr/>
        </p:nvPicPr>
        <p:blipFill rotWithShape="1">
          <a:blip r:embed="rId3"/>
          <a:srcRect t="813"/>
          <a:stretch/>
        </p:blipFill>
        <p:spPr>
          <a:xfrm>
            <a:off x="5405862" y="1798983"/>
            <a:ext cx="6019331" cy="3283709"/>
          </a:xfrm>
          <a:prstGeom prst="rect">
            <a:avLst/>
          </a:prstGeom>
          <a:effectLst/>
        </p:spPr>
      </p:pic>
    </p:spTree>
    <p:extLst>
      <p:ext uri="{BB962C8B-B14F-4D97-AF65-F5344CB8AC3E}">
        <p14:creationId xmlns:p14="http://schemas.microsoft.com/office/powerpoint/2010/main" val="4119072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828990A1-9C38-20A5-9BFA-43601F8255B7}"/>
              </a:ext>
            </a:extLst>
          </p:cNvPr>
          <p:cNvSpPr txBox="1">
            <a:spLocks/>
          </p:cNvSpPr>
          <p:nvPr/>
        </p:nvSpPr>
        <p:spPr bwMode="auto">
          <a:xfrm>
            <a:off x="1097140" y="535701"/>
            <a:ext cx="3287553" cy="636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lstStyle>
            <a:defPPr>
              <a:defRPr lang="en-US"/>
            </a:defPPr>
            <a:lvl1pPr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1pPr>
            <a:lvl2pPr marL="228600" indent="-1143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2pPr>
            <a:lvl3pPr marL="457200" indent="-2286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3pPr>
            <a:lvl4pPr marL="685800" indent="-3429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4pPr>
            <a:lvl5pPr marL="914400" indent="-4572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5pPr>
            <a:lvl6pPr marL="1143000" algn="l" defTabSz="457200" rtl="0" eaLnBrk="1" latinLnBrk="0" hangingPunct="1">
              <a:defRPr sz="1000" kern="1200">
                <a:solidFill>
                  <a:srgbClr val="74808C"/>
                </a:solidFill>
                <a:latin typeface="Poppins"/>
                <a:ea typeface="Poppins"/>
                <a:cs typeface="Poppins"/>
                <a:sym typeface="Poppins"/>
              </a:defRPr>
            </a:lvl6pPr>
            <a:lvl7pPr marL="1371600" algn="l" defTabSz="457200" rtl="0" eaLnBrk="1" latinLnBrk="0" hangingPunct="1">
              <a:defRPr sz="1000" kern="1200">
                <a:solidFill>
                  <a:srgbClr val="74808C"/>
                </a:solidFill>
                <a:latin typeface="Poppins"/>
                <a:ea typeface="Poppins"/>
                <a:cs typeface="Poppins"/>
                <a:sym typeface="Poppins"/>
              </a:defRPr>
            </a:lvl7pPr>
            <a:lvl8pPr marL="1600200" algn="l" defTabSz="457200" rtl="0" eaLnBrk="1" latinLnBrk="0" hangingPunct="1">
              <a:defRPr sz="1000" kern="1200">
                <a:solidFill>
                  <a:srgbClr val="74808C"/>
                </a:solidFill>
                <a:latin typeface="Poppins"/>
                <a:ea typeface="Poppins"/>
                <a:cs typeface="Poppins"/>
                <a:sym typeface="Poppins"/>
              </a:defRPr>
            </a:lvl8pPr>
            <a:lvl9pPr marL="1828800" algn="l" defTabSz="457200" rtl="0" eaLnBrk="1" latinLnBrk="0" hangingPunct="1">
              <a:defRPr sz="1000" kern="1200">
                <a:solidFill>
                  <a:srgbClr val="74808C"/>
                </a:solidFill>
                <a:latin typeface="Poppins"/>
                <a:ea typeface="Poppins"/>
                <a:cs typeface="Poppins"/>
                <a:sym typeface="Poppins"/>
              </a:defRPr>
            </a:lvl9pPr>
          </a:lstStyle>
          <a:p>
            <a:pPr eaLnBrk="1">
              <a:defRPr/>
            </a:pPr>
            <a:r>
              <a:rPr lang="ru-RU" altLang="x-none" sz="2700" b="1" dirty="0">
                <a:solidFill>
                  <a:schemeClr val="tx1"/>
                </a:solidFill>
                <a:latin typeface="Arial Black" panose="020B0A04020102020204" pitchFamily="34" charset="0"/>
                <a:sym typeface="Poppins Medium" charset="0"/>
              </a:rPr>
              <a:t>Цели и задачи</a:t>
            </a:r>
            <a:endParaRPr lang="x-none" altLang="x-none" sz="2700" b="1" dirty="0">
              <a:solidFill>
                <a:schemeClr val="tx1"/>
              </a:solidFill>
              <a:latin typeface="Arial Black" panose="020B0A04020102020204" pitchFamily="34" charset="0"/>
              <a:sym typeface="Poppins Medium" charset="0"/>
            </a:endParaRPr>
          </a:p>
        </p:txBody>
      </p:sp>
      <p:sp>
        <p:nvSpPr>
          <p:cNvPr id="5" name="Text Box 3">
            <a:extLst>
              <a:ext uri="{FF2B5EF4-FFF2-40B4-BE49-F238E27FC236}">
                <a16:creationId xmlns:a16="http://schemas.microsoft.com/office/drawing/2014/main" id="{3D987576-81AD-E634-57BD-011EFB6CD822}"/>
              </a:ext>
            </a:extLst>
          </p:cNvPr>
          <p:cNvSpPr txBox="1">
            <a:spLocks/>
          </p:cNvSpPr>
          <p:nvPr/>
        </p:nvSpPr>
        <p:spPr bwMode="auto">
          <a:xfrm>
            <a:off x="1097140" y="1166771"/>
            <a:ext cx="1069547" cy="636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lstStyle>
            <a:defPPr>
              <a:defRPr lang="en-US"/>
            </a:defPPr>
            <a:lvl1pPr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1pPr>
            <a:lvl2pPr marL="228600" indent="-1143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2pPr>
            <a:lvl3pPr marL="457200" indent="-2286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3pPr>
            <a:lvl4pPr marL="685800" indent="-3429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4pPr>
            <a:lvl5pPr marL="914400" indent="-4572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5pPr>
            <a:lvl6pPr marL="1143000" algn="l" defTabSz="457200" rtl="0" eaLnBrk="1" latinLnBrk="0" hangingPunct="1">
              <a:defRPr sz="1000" kern="1200">
                <a:solidFill>
                  <a:srgbClr val="74808C"/>
                </a:solidFill>
                <a:latin typeface="Poppins"/>
                <a:ea typeface="Poppins"/>
                <a:cs typeface="Poppins"/>
                <a:sym typeface="Poppins"/>
              </a:defRPr>
            </a:lvl6pPr>
            <a:lvl7pPr marL="1371600" algn="l" defTabSz="457200" rtl="0" eaLnBrk="1" latinLnBrk="0" hangingPunct="1">
              <a:defRPr sz="1000" kern="1200">
                <a:solidFill>
                  <a:srgbClr val="74808C"/>
                </a:solidFill>
                <a:latin typeface="Poppins"/>
                <a:ea typeface="Poppins"/>
                <a:cs typeface="Poppins"/>
                <a:sym typeface="Poppins"/>
              </a:defRPr>
            </a:lvl7pPr>
            <a:lvl8pPr marL="1600200" algn="l" defTabSz="457200" rtl="0" eaLnBrk="1" latinLnBrk="0" hangingPunct="1">
              <a:defRPr sz="1000" kern="1200">
                <a:solidFill>
                  <a:srgbClr val="74808C"/>
                </a:solidFill>
                <a:latin typeface="Poppins"/>
                <a:ea typeface="Poppins"/>
                <a:cs typeface="Poppins"/>
                <a:sym typeface="Poppins"/>
              </a:defRPr>
            </a:lvl8pPr>
            <a:lvl9pPr marL="1828800" algn="l" defTabSz="457200" rtl="0" eaLnBrk="1" latinLnBrk="0" hangingPunct="1">
              <a:defRPr sz="1000" kern="1200">
                <a:solidFill>
                  <a:srgbClr val="74808C"/>
                </a:solidFill>
                <a:latin typeface="Poppins"/>
                <a:ea typeface="Poppins"/>
                <a:cs typeface="Poppins"/>
                <a:sym typeface="Poppins"/>
              </a:defRPr>
            </a:lvl9pPr>
          </a:lstStyle>
          <a:p>
            <a:pPr algn="ctr" eaLnBrk="1">
              <a:defRPr/>
            </a:pPr>
            <a:r>
              <a:rPr lang="ru-RU" altLang="x-none" sz="2700" b="1" dirty="0">
                <a:solidFill>
                  <a:schemeClr val="tx1"/>
                </a:solidFill>
                <a:latin typeface="Arial Black" panose="020B0A04020102020204" pitchFamily="34" charset="0"/>
                <a:ea typeface="Montserrat Semi" charset="0"/>
                <a:cs typeface="Montserrat Semi" charset="0"/>
                <a:sym typeface="Poppins Medium" charset="0"/>
              </a:rPr>
              <a:t>Цель</a:t>
            </a:r>
            <a:endParaRPr lang="x-none" altLang="x-none" sz="2700" b="1" dirty="0">
              <a:solidFill>
                <a:schemeClr val="tx1"/>
              </a:solidFill>
              <a:latin typeface="Arial Black" panose="020B0A04020102020204" pitchFamily="34" charset="0"/>
              <a:ea typeface="Montserrat Semi" charset="0"/>
              <a:cs typeface="Montserrat Semi" charset="0"/>
              <a:sym typeface="Poppins Medium" charset="0"/>
            </a:endParaRPr>
          </a:p>
        </p:txBody>
      </p:sp>
      <p:sp>
        <p:nvSpPr>
          <p:cNvPr id="6" name="Text Box 3">
            <a:extLst>
              <a:ext uri="{FF2B5EF4-FFF2-40B4-BE49-F238E27FC236}">
                <a16:creationId xmlns:a16="http://schemas.microsoft.com/office/drawing/2014/main" id="{AC1628B5-2830-4D6C-3092-FFACC0D873AF}"/>
              </a:ext>
            </a:extLst>
          </p:cNvPr>
          <p:cNvSpPr txBox="1">
            <a:spLocks/>
          </p:cNvSpPr>
          <p:nvPr/>
        </p:nvSpPr>
        <p:spPr bwMode="auto">
          <a:xfrm>
            <a:off x="6395476" y="1166771"/>
            <a:ext cx="1546900" cy="636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lstStyle>
            <a:defPPr>
              <a:defRPr lang="en-US"/>
            </a:defPPr>
            <a:lvl1pPr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1pPr>
            <a:lvl2pPr marL="228600" indent="-1143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2pPr>
            <a:lvl3pPr marL="457200" indent="-2286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3pPr>
            <a:lvl4pPr marL="685800" indent="-3429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4pPr>
            <a:lvl5pPr marL="914400" indent="-4572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5pPr>
            <a:lvl6pPr marL="1143000" algn="l" defTabSz="457200" rtl="0" eaLnBrk="1" latinLnBrk="0" hangingPunct="1">
              <a:defRPr sz="1000" kern="1200">
                <a:solidFill>
                  <a:srgbClr val="74808C"/>
                </a:solidFill>
                <a:latin typeface="Poppins"/>
                <a:ea typeface="Poppins"/>
                <a:cs typeface="Poppins"/>
                <a:sym typeface="Poppins"/>
              </a:defRPr>
            </a:lvl6pPr>
            <a:lvl7pPr marL="1371600" algn="l" defTabSz="457200" rtl="0" eaLnBrk="1" latinLnBrk="0" hangingPunct="1">
              <a:defRPr sz="1000" kern="1200">
                <a:solidFill>
                  <a:srgbClr val="74808C"/>
                </a:solidFill>
                <a:latin typeface="Poppins"/>
                <a:ea typeface="Poppins"/>
                <a:cs typeface="Poppins"/>
                <a:sym typeface="Poppins"/>
              </a:defRPr>
            </a:lvl7pPr>
            <a:lvl8pPr marL="1600200" algn="l" defTabSz="457200" rtl="0" eaLnBrk="1" latinLnBrk="0" hangingPunct="1">
              <a:defRPr sz="1000" kern="1200">
                <a:solidFill>
                  <a:srgbClr val="74808C"/>
                </a:solidFill>
                <a:latin typeface="Poppins"/>
                <a:ea typeface="Poppins"/>
                <a:cs typeface="Poppins"/>
                <a:sym typeface="Poppins"/>
              </a:defRPr>
            </a:lvl8pPr>
            <a:lvl9pPr marL="1828800" algn="l" defTabSz="457200" rtl="0" eaLnBrk="1" latinLnBrk="0" hangingPunct="1">
              <a:defRPr sz="1000" kern="1200">
                <a:solidFill>
                  <a:srgbClr val="74808C"/>
                </a:solidFill>
                <a:latin typeface="Poppins"/>
                <a:ea typeface="Poppins"/>
                <a:cs typeface="Poppins"/>
                <a:sym typeface="Poppins"/>
              </a:defRPr>
            </a:lvl9pPr>
          </a:lstStyle>
          <a:p>
            <a:pPr eaLnBrk="1">
              <a:defRPr/>
            </a:pPr>
            <a:r>
              <a:rPr lang="ru-RU" altLang="x-none" sz="2700" b="1" dirty="0">
                <a:solidFill>
                  <a:schemeClr val="tx1"/>
                </a:solidFill>
                <a:latin typeface="Arial Black" panose="020B0A04020102020204" pitchFamily="34" charset="0"/>
                <a:sym typeface="Poppins Medium" charset="0"/>
              </a:rPr>
              <a:t>Задачи</a:t>
            </a:r>
            <a:endParaRPr lang="x-none" altLang="x-none" sz="2700" b="1" dirty="0">
              <a:solidFill>
                <a:schemeClr val="tx1"/>
              </a:solidFill>
              <a:latin typeface="Arial Black" panose="020B0A04020102020204" pitchFamily="34" charset="0"/>
              <a:sym typeface="Poppins Medium" charset="0"/>
            </a:endParaRPr>
          </a:p>
        </p:txBody>
      </p:sp>
      <p:sp>
        <p:nvSpPr>
          <p:cNvPr id="8" name="TextBox 7">
            <a:extLst>
              <a:ext uri="{FF2B5EF4-FFF2-40B4-BE49-F238E27FC236}">
                <a16:creationId xmlns:a16="http://schemas.microsoft.com/office/drawing/2014/main" id="{5B8DB5E9-D316-8E16-7D55-CE7276C631E2}"/>
              </a:ext>
            </a:extLst>
          </p:cNvPr>
          <p:cNvSpPr txBox="1"/>
          <p:nvPr/>
        </p:nvSpPr>
        <p:spPr>
          <a:xfrm>
            <a:off x="6096000" y="1803079"/>
            <a:ext cx="5741504" cy="4196020"/>
          </a:xfrm>
          <a:prstGeom prst="rect">
            <a:avLst/>
          </a:prstGeom>
        </p:spPr>
        <p:txBody>
          <a:bodyPr wrap="square">
            <a:spAutoFit/>
          </a:bodyPr>
          <a:lstStyle/>
          <a:p>
            <a:pPr marL="571500" indent="-285750" algn="just">
              <a:lnSpc>
                <a:spcPct val="150000"/>
              </a:lnSpc>
              <a:buFont typeface="Arial" panose="020B0604020202020204" pitchFamily="34" charset="0"/>
              <a:buChar char="•"/>
            </a:pPr>
            <a:r>
              <a:rPr lang="ru-RU" dirty="0">
                <a:latin typeface="Arial" panose="020B0604020202020204" pitchFamily="34" charset="0"/>
                <a:cs typeface="Arial" panose="020B0604020202020204" pitchFamily="34" charset="0"/>
              </a:rPr>
              <a:t>разработать дипломатическую игру для учебного заведения;</a:t>
            </a:r>
          </a:p>
          <a:p>
            <a:pPr marL="571500" indent="-285750" algn="just">
              <a:lnSpc>
                <a:spcPct val="150000"/>
              </a:lnSpc>
              <a:buFont typeface="Arial" panose="020B0604020202020204" pitchFamily="34" charset="0"/>
              <a:buChar char="•"/>
            </a:pPr>
            <a:r>
              <a:rPr lang="ru-RU" dirty="0">
                <a:latin typeface="Arial" panose="020B0604020202020204" pitchFamily="34" charset="0"/>
                <a:cs typeface="Arial" panose="020B0604020202020204" pitchFamily="34" charset="0"/>
              </a:rPr>
              <a:t>проанализировать предметную область и постановить задачи курсового проекта;</a:t>
            </a:r>
          </a:p>
          <a:p>
            <a:pPr marL="571500" indent="-285750" algn="just">
              <a:lnSpc>
                <a:spcPct val="150000"/>
              </a:lnSpc>
              <a:buFont typeface="Arial" panose="020B0604020202020204" pitchFamily="34" charset="0"/>
              <a:buChar char="•"/>
            </a:pPr>
            <a:r>
              <a:rPr lang="ru-RU" dirty="0">
                <a:latin typeface="Arial" panose="020B0604020202020204" pitchFamily="34" charset="0"/>
                <a:cs typeface="Arial" panose="020B0604020202020204" pitchFamily="34" charset="0"/>
              </a:rPr>
              <a:t>создать сюжетную линию;</a:t>
            </a:r>
          </a:p>
          <a:p>
            <a:pPr marL="571500" indent="-285750" algn="just">
              <a:lnSpc>
                <a:spcPct val="150000"/>
              </a:lnSpc>
              <a:buFont typeface="Arial" panose="020B0604020202020204" pitchFamily="34" charset="0"/>
              <a:buChar char="•"/>
            </a:pPr>
            <a:r>
              <a:rPr lang="ru-RU" dirty="0">
                <a:latin typeface="Arial" panose="020B0604020202020204" pitchFamily="34" charset="0"/>
                <a:cs typeface="Arial" panose="020B0604020202020204" pitchFamily="34" charset="0"/>
              </a:rPr>
              <a:t>спроектировать и реализовать игровой процесс; </a:t>
            </a:r>
          </a:p>
          <a:p>
            <a:pPr marL="571500" indent="-285750" algn="just">
              <a:lnSpc>
                <a:spcPct val="150000"/>
              </a:lnSpc>
              <a:buFont typeface="Arial" panose="020B0604020202020204" pitchFamily="34" charset="0"/>
              <a:buChar char="•"/>
            </a:pPr>
            <a:r>
              <a:rPr lang="ru-RU" dirty="0">
                <a:latin typeface="Arial" panose="020B0604020202020204" pitchFamily="34" charset="0"/>
                <a:cs typeface="Arial" panose="020B0604020202020204" pitchFamily="34" charset="0"/>
              </a:rPr>
              <a:t>протестировать игру;</a:t>
            </a:r>
          </a:p>
          <a:p>
            <a:pPr marL="571500" indent="-285750" algn="just">
              <a:lnSpc>
                <a:spcPct val="150000"/>
              </a:lnSpc>
              <a:buFont typeface="Arial" panose="020B0604020202020204" pitchFamily="34" charset="0"/>
              <a:buChar char="•"/>
            </a:pPr>
            <a:r>
              <a:rPr lang="ru-RU" dirty="0">
                <a:latin typeface="Arial" panose="020B0604020202020204" pitchFamily="34" charset="0"/>
                <a:cs typeface="Arial" panose="020B0604020202020204" pitchFamily="34" charset="0"/>
              </a:rPr>
              <a:t>написать документацию для курсового проекта.</a:t>
            </a:r>
          </a:p>
        </p:txBody>
      </p:sp>
      <p:pic>
        <p:nvPicPr>
          <p:cNvPr id="14" name="Рисунок 13">
            <a:extLst>
              <a:ext uri="{FF2B5EF4-FFF2-40B4-BE49-F238E27FC236}">
                <a16:creationId xmlns:a16="http://schemas.microsoft.com/office/drawing/2014/main" id="{A5654667-5191-FF03-57D1-923988360759}"/>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l="27217" t="21838" r="26620" b="21811"/>
          <a:stretch/>
        </p:blipFill>
        <p:spPr>
          <a:xfrm>
            <a:off x="1825425" y="3607117"/>
            <a:ext cx="2536222" cy="3095952"/>
          </a:xfrm>
          <a:prstGeom prst="rect">
            <a:avLst/>
          </a:prstGeom>
        </p:spPr>
      </p:pic>
      <p:sp>
        <p:nvSpPr>
          <p:cNvPr id="2" name="TextBox 1">
            <a:extLst>
              <a:ext uri="{FF2B5EF4-FFF2-40B4-BE49-F238E27FC236}">
                <a16:creationId xmlns:a16="http://schemas.microsoft.com/office/drawing/2014/main" id="{D69F479B-FEFE-22DE-9663-F1DAB3DA3B0D}"/>
              </a:ext>
            </a:extLst>
          </p:cNvPr>
          <p:cNvSpPr txBox="1"/>
          <p:nvPr/>
        </p:nvSpPr>
        <p:spPr>
          <a:xfrm>
            <a:off x="1082992" y="1853583"/>
            <a:ext cx="4021089" cy="1703030"/>
          </a:xfrm>
          <a:prstGeom prst="rect">
            <a:avLst/>
          </a:prstGeom>
          <a:noFill/>
        </p:spPr>
        <p:txBody>
          <a:bodyPr wrap="square">
            <a:spAutoFit/>
          </a:bodyPr>
          <a:lstStyle/>
          <a:p>
            <a:pPr>
              <a:lnSpc>
                <a:spcPct val="150000"/>
              </a:lnSpc>
            </a:pPr>
            <a:r>
              <a:rPr lang="ru-RU" dirty="0">
                <a:latin typeface="Arial" panose="020B0604020202020204" pitchFamily="34" charset="0"/>
                <a:cs typeface="Arial" panose="020B0604020202020204" pitchFamily="34" charset="0"/>
              </a:rPr>
              <a:t>Разработать компьютерную игру WITM (</a:t>
            </a:r>
            <a:r>
              <a:rPr lang="ru-RU" dirty="0" err="1">
                <a:latin typeface="Arial" panose="020B0604020202020204" pitchFamily="34" charset="0"/>
                <a:cs typeface="Arial" panose="020B0604020202020204" pitchFamily="34" charset="0"/>
              </a:rPr>
              <a:t>Wedding</a:t>
            </a:r>
            <a:r>
              <a:rPr lang="ru-RU" dirty="0">
                <a:latin typeface="Arial" panose="020B0604020202020204" pitchFamily="34" charset="0"/>
                <a:cs typeface="Arial" panose="020B0604020202020204" pitchFamily="34" charset="0"/>
              </a:rPr>
              <a:t> </a:t>
            </a:r>
            <a:r>
              <a:rPr lang="ru-RU" dirty="0" err="1">
                <a:latin typeface="Arial" panose="020B0604020202020204" pitchFamily="34" charset="0"/>
                <a:cs typeface="Arial" panose="020B0604020202020204" pitchFamily="34" charset="0"/>
              </a:rPr>
              <a:t>in</a:t>
            </a:r>
            <a:r>
              <a:rPr lang="ru-RU" dirty="0">
                <a:latin typeface="Arial" panose="020B0604020202020204" pitchFamily="34" charset="0"/>
                <a:cs typeface="Arial" panose="020B0604020202020204" pitchFamily="34" charset="0"/>
              </a:rPr>
              <a:t> </a:t>
            </a:r>
            <a:r>
              <a:rPr lang="ru-RU" dirty="0" err="1">
                <a:latin typeface="Arial" panose="020B0604020202020204" pitchFamily="34" charset="0"/>
                <a:cs typeface="Arial" panose="020B0604020202020204" pitchFamily="34" charset="0"/>
              </a:rPr>
              <a:t>the</a:t>
            </a:r>
            <a:r>
              <a:rPr lang="ru-RU" dirty="0">
                <a:latin typeface="Arial" panose="020B0604020202020204" pitchFamily="34" charset="0"/>
                <a:cs typeface="Arial" panose="020B0604020202020204" pitchFamily="34" charset="0"/>
              </a:rPr>
              <a:t> </a:t>
            </a:r>
            <a:r>
              <a:rPr lang="ru-RU" dirty="0" err="1">
                <a:latin typeface="Arial" panose="020B0604020202020204" pitchFamily="34" charset="0"/>
                <a:cs typeface="Arial" panose="020B0604020202020204" pitchFamily="34" charset="0"/>
              </a:rPr>
              <a:t>mountains</a:t>
            </a:r>
            <a:r>
              <a:rPr lang="ru-RU" dirty="0">
                <a:latin typeface="Arial" panose="020B0604020202020204" pitchFamily="34" charset="0"/>
                <a:cs typeface="Arial" panose="020B0604020202020204" pitchFamily="34" charset="0"/>
              </a:rPr>
              <a:t>) в жанре стратегия с использованием языка программирования C#. </a:t>
            </a:r>
          </a:p>
        </p:txBody>
      </p:sp>
    </p:spTree>
    <p:extLst>
      <p:ext uri="{BB962C8B-B14F-4D97-AF65-F5344CB8AC3E}">
        <p14:creationId xmlns:p14="http://schemas.microsoft.com/office/powerpoint/2010/main" val="28919669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ext Box 1">
            <a:extLst>
              <a:ext uri="{FF2B5EF4-FFF2-40B4-BE49-F238E27FC236}">
                <a16:creationId xmlns:a16="http://schemas.microsoft.com/office/drawing/2014/main" id="{A5227261-2D03-4A45-A1B0-10F15E58F7BF}"/>
              </a:ext>
            </a:extLst>
          </p:cNvPr>
          <p:cNvSpPr txBox="1">
            <a:spLocks/>
          </p:cNvSpPr>
          <p:nvPr/>
        </p:nvSpPr>
        <p:spPr bwMode="auto">
          <a:xfrm>
            <a:off x="11272838" y="6224588"/>
            <a:ext cx="447675" cy="1154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19050" tIns="19050" rIns="19050" bIns="19050">
            <a:spAutoFit/>
          </a:bodyPr>
          <a:lstStyle>
            <a:defPPr>
              <a:defRPr lang="en-US"/>
            </a:defPPr>
            <a:lvl1pPr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1pPr>
            <a:lvl2pPr marL="228600" indent="-1143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2pPr>
            <a:lvl3pPr marL="457200" indent="-2286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3pPr>
            <a:lvl4pPr marL="685800" indent="-3429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4pPr>
            <a:lvl5pPr marL="914400" indent="-4572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5pPr>
            <a:lvl6pPr marL="1143000" algn="l" defTabSz="457200" rtl="0" eaLnBrk="1" latinLnBrk="0" hangingPunct="1">
              <a:defRPr sz="1000" kern="1200">
                <a:solidFill>
                  <a:srgbClr val="74808C"/>
                </a:solidFill>
                <a:latin typeface="Poppins"/>
                <a:ea typeface="Poppins"/>
                <a:cs typeface="Poppins"/>
                <a:sym typeface="Poppins"/>
              </a:defRPr>
            </a:lvl6pPr>
            <a:lvl7pPr marL="1371600" algn="l" defTabSz="457200" rtl="0" eaLnBrk="1" latinLnBrk="0" hangingPunct="1">
              <a:defRPr sz="1000" kern="1200">
                <a:solidFill>
                  <a:srgbClr val="74808C"/>
                </a:solidFill>
                <a:latin typeface="Poppins"/>
                <a:ea typeface="Poppins"/>
                <a:cs typeface="Poppins"/>
                <a:sym typeface="Poppins"/>
              </a:defRPr>
            </a:lvl7pPr>
            <a:lvl8pPr marL="1600200" algn="l" defTabSz="457200" rtl="0" eaLnBrk="1" latinLnBrk="0" hangingPunct="1">
              <a:defRPr sz="1000" kern="1200">
                <a:solidFill>
                  <a:srgbClr val="74808C"/>
                </a:solidFill>
                <a:latin typeface="Poppins"/>
                <a:ea typeface="Poppins"/>
                <a:cs typeface="Poppins"/>
                <a:sym typeface="Poppins"/>
              </a:defRPr>
            </a:lvl8pPr>
            <a:lvl9pPr marL="1828800" algn="l" defTabSz="457200" rtl="0" eaLnBrk="1" latinLnBrk="0" hangingPunct="1">
              <a:defRPr sz="1000" kern="1200">
                <a:solidFill>
                  <a:srgbClr val="74808C"/>
                </a:solidFill>
                <a:latin typeface="Poppins"/>
                <a:ea typeface="Poppins"/>
                <a:cs typeface="Poppins"/>
                <a:sym typeface="Poppins"/>
              </a:defRPr>
            </a:lvl9pPr>
          </a:lstStyle>
          <a:p>
            <a:pPr algn="ctr" eaLnBrk="1">
              <a:defRPr/>
            </a:pPr>
            <a:fld id="{8A999E75-8F13-3749-8A9F-E2AA9564677A}" type="slidenum">
              <a:rPr lang="x-none" altLang="x-none" sz="500" smtClean="0">
                <a:solidFill>
                  <a:srgbClr val="9B9A9C"/>
                </a:solidFill>
                <a:latin typeface="Montserrat" charset="0"/>
                <a:ea typeface="Montserrat" charset="0"/>
                <a:cs typeface="Montserrat" charset="0"/>
              </a:rPr>
              <a:pPr algn="ctr" eaLnBrk="1">
                <a:defRPr/>
              </a:pPr>
              <a:t>5</a:t>
            </a:fld>
            <a:endParaRPr lang="x-none" altLang="x-none" sz="500" dirty="0">
              <a:solidFill>
                <a:srgbClr val="9B9A9C"/>
              </a:solidFill>
              <a:latin typeface="Montserrat" charset="0"/>
              <a:ea typeface="Montserrat" charset="0"/>
              <a:cs typeface="Montserrat" charset="0"/>
            </a:endParaRPr>
          </a:p>
        </p:txBody>
      </p:sp>
      <p:sp>
        <p:nvSpPr>
          <p:cNvPr id="7" name="TextBox 6">
            <a:extLst>
              <a:ext uri="{FF2B5EF4-FFF2-40B4-BE49-F238E27FC236}">
                <a16:creationId xmlns:a16="http://schemas.microsoft.com/office/drawing/2014/main" id="{858FCEA3-72B3-3FC8-9B17-3C01743774E7}"/>
              </a:ext>
            </a:extLst>
          </p:cNvPr>
          <p:cNvSpPr txBox="1"/>
          <p:nvPr/>
        </p:nvSpPr>
        <p:spPr>
          <a:xfrm>
            <a:off x="1103243" y="1007807"/>
            <a:ext cx="10169595" cy="2805320"/>
          </a:xfrm>
          <a:prstGeom prst="rect">
            <a:avLst/>
          </a:prstGeom>
          <a:noFill/>
        </p:spPr>
        <p:txBody>
          <a:bodyPr wrap="square">
            <a:spAutoFit/>
          </a:bodyPr>
          <a:lstStyle/>
          <a:p>
            <a:pPr>
              <a:lnSpc>
                <a:spcPct val="150000"/>
              </a:lnSpc>
            </a:pPr>
            <a:r>
              <a:rPr lang="ru-RU" sz="2000" b="1" dirty="0">
                <a:latin typeface="Arial Black" panose="020B0A04020102020204" pitchFamily="34" charset="0"/>
              </a:rPr>
              <a:t>Игровое приложение </a:t>
            </a:r>
            <a:r>
              <a:rPr lang="en-US" sz="2000" b="1" dirty="0">
                <a:latin typeface="Arial Black" panose="020B0A04020102020204" pitchFamily="34" charset="0"/>
              </a:rPr>
              <a:t>WITM </a:t>
            </a:r>
            <a:r>
              <a:rPr lang="ru-RU" sz="2000" dirty="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wedding in the mountains</a:t>
            </a:r>
            <a:r>
              <a:rPr lang="ru-RU" sz="2000" dirty="0">
                <a:latin typeface="Arial" panose="020B0604020202020204" pitchFamily="34" charset="0"/>
                <a:cs typeface="Arial" panose="020B0604020202020204" pitchFamily="34" charset="0"/>
              </a:rPr>
              <a:t>) разработана специально для школьников, студентов и учителей. Данный проект создан не только для использования в образовательных учреждениях, но и для общего развития населения России. В игру могут играть абсолютно все желающие, которым хоть немного интересна история всего мира и нашей страны. Отечественная история рассказывается здесь через игру-стратегию. </a:t>
            </a:r>
          </a:p>
        </p:txBody>
      </p:sp>
      <p:pic>
        <p:nvPicPr>
          <p:cNvPr id="2" name="Picture 2">
            <a:extLst>
              <a:ext uri="{FF2B5EF4-FFF2-40B4-BE49-F238E27FC236}">
                <a16:creationId xmlns:a16="http://schemas.microsoft.com/office/drawing/2014/main" id="{31B38D02-C4E7-C15C-EA8E-E12FE7A4745D}"/>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flipH="1">
            <a:off x="10634827" y="-113780"/>
            <a:ext cx="1557173" cy="2517074"/>
          </a:xfrm>
          <a:prstGeom prst="rect">
            <a:avLst/>
          </a:prstGeom>
          <a:noFill/>
          <a:extLst>
            <a:ext uri="{909E8E84-426E-40DD-AFC4-6F175D3DCCD1}">
              <a14:hiddenFill xmlns:a14="http://schemas.microsoft.com/office/drawing/2010/main">
                <a:solidFill>
                  <a:srgbClr val="FFFFFF"/>
                </a:solidFill>
              </a14:hiddenFill>
            </a:ext>
          </a:extLst>
        </p:spPr>
      </p:pic>
      <p:sp>
        <p:nvSpPr>
          <p:cNvPr id="3" name="Text Box 3">
            <a:extLst>
              <a:ext uri="{FF2B5EF4-FFF2-40B4-BE49-F238E27FC236}">
                <a16:creationId xmlns:a16="http://schemas.microsoft.com/office/drawing/2014/main" id="{A1155708-3228-C8FD-4071-8EDB98410DF0}"/>
              </a:ext>
            </a:extLst>
          </p:cNvPr>
          <p:cNvSpPr txBox="1">
            <a:spLocks/>
          </p:cNvSpPr>
          <p:nvPr/>
        </p:nvSpPr>
        <p:spPr bwMode="auto">
          <a:xfrm>
            <a:off x="1103243" y="572248"/>
            <a:ext cx="6927574" cy="5640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lstStyle>
            <a:defPPr>
              <a:defRPr lang="en-US"/>
            </a:defPPr>
            <a:lvl1pPr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1pPr>
            <a:lvl2pPr marL="228600" indent="-1143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2pPr>
            <a:lvl3pPr marL="457200" indent="-2286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3pPr>
            <a:lvl4pPr marL="685800" indent="-3429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4pPr>
            <a:lvl5pPr marL="914400" indent="-4572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5pPr>
            <a:lvl6pPr marL="1143000" algn="l" defTabSz="457200" rtl="0" eaLnBrk="1" latinLnBrk="0" hangingPunct="1">
              <a:defRPr sz="1000" kern="1200">
                <a:solidFill>
                  <a:srgbClr val="74808C"/>
                </a:solidFill>
                <a:latin typeface="Poppins"/>
                <a:ea typeface="Poppins"/>
                <a:cs typeface="Poppins"/>
                <a:sym typeface="Poppins"/>
              </a:defRPr>
            </a:lvl6pPr>
            <a:lvl7pPr marL="1371600" algn="l" defTabSz="457200" rtl="0" eaLnBrk="1" latinLnBrk="0" hangingPunct="1">
              <a:defRPr sz="1000" kern="1200">
                <a:solidFill>
                  <a:srgbClr val="74808C"/>
                </a:solidFill>
                <a:latin typeface="Poppins"/>
                <a:ea typeface="Poppins"/>
                <a:cs typeface="Poppins"/>
                <a:sym typeface="Poppins"/>
              </a:defRPr>
            </a:lvl7pPr>
            <a:lvl8pPr marL="1600200" algn="l" defTabSz="457200" rtl="0" eaLnBrk="1" latinLnBrk="0" hangingPunct="1">
              <a:defRPr sz="1000" kern="1200">
                <a:solidFill>
                  <a:srgbClr val="74808C"/>
                </a:solidFill>
                <a:latin typeface="Poppins"/>
                <a:ea typeface="Poppins"/>
                <a:cs typeface="Poppins"/>
                <a:sym typeface="Poppins"/>
              </a:defRPr>
            </a:lvl8pPr>
            <a:lvl9pPr marL="1828800" algn="l" defTabSz="457200" rtl="0" eaLnBrk="1" latinLnBrk="0" hangingPunct="1">
              <a:defRPr sz="1000" kern="1200">
                <a:solidFill>
                  <a:srgbClr val="74808C"/>
                </a:solidFill>
                <a:latin typeface="Poppins"/>
                <a:ea typeface="Poppins"/>
                <a:cs typeface="Poppins"/>
                <a:sym typeface="Poppins"/>
              </a:defRPr>
            </a:lvl9pPr>
          </a:lstStyle>
          <a:p>
            <a:pPr eaLnBrk="1">
              <a:defRPr/>
            </a:pPr>
            <a:r>
              <a:rPr lang="ru-RU" altLang="x-none" sz="2800" b="1" dirty="0">
                <a:solidFill>
                  <a:schemeClr val="tx1"/>
                </a:solidFill>
                <a:latin typeface="Arial Black" panose="020B0A04020102020204" pitchFamily="34" charset="0"/>
                <a:ea typeface="+mn-ea"/>
                <a:cs typeface="+mn-cs"/>
                <a:sym typeface="Poppins Medium" charset="0"/>
              </a:rPr>
              <a:t>Описание предметной области</a:t>
            </a:r>
            <a:endParaRPr lang="x-none" altLang="x-none" sz="2800" b="1" dirty="0">
              <a:solidFill>
                <a:schemeClr val="tx1"/>
              </a:solidFill>
              <a:latin typeface="Arial Black" panose="020B0A04020102020204" pitchFamily="34" charset="0"/>
              <a:ea typeface="+mn-ea"/>
              <a:cs typeface="+mn-cs"/>
              <a:sym typeface="Poppins Medium" charset="0"/>
            </a:endParaRPr>
          </a:p>
        </p:txBody>
      </p:sp>
      <p:pic>
        <p:nvPicPr>
          <p:cNvPr id="5" name="Рисунок 4">
            <a:extLst>
              <a:ext uri="{FF2B5EF4-FFF2-40B4-BE49-F238E27FC236}">
                <a16:creationId xmlns:a16="http://schemas.microsoft.com/office/drawing/2014/main" id="{057A2198-6C94-EE5F-40B6-3F47222A4F6B}"/>
              </a:ext>
            </a:extLst>
          </p:cNvPr>
          <p:cNvPicPr>
            <a:picLocks noChangeAspect="1"/>
          </p:cNvPicPr>
          <p:nvPr/>
        </p:nvPicPr>
        <p:blipFill rotWithShape="1">
          <a:blip r:embed="rId5"/>
          <a:srcRect t="405" b="772"/>
          <a:stretch/>
        </p:blipFill>
        <p:spPr>
          <a:xfrm>
            <a:off x="3726904" y="3809455"/>
            <a:ext cx="4738191" cy="2750370"/>
          </a:xfrm>
          <a:prstGeom prst="rect">
            <a:avLst/>
          </a:prstGeom>
        </p:spPr>
      </p:pic>
    </p:spTree>
    <p:extLst>
      <p:ext uri="{BB962C8B-B14F-4D97-AF65-F5344CB8AC3E}">
        <p14:creationId xmlns:p14="http://schemas.microsoft.com/office/powerpoint/2010/main" val="175877859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561F1AEA-419D-B821-812D-8F5EBA1630F9}"/>
              </a:ext>
            </a:extLst>
          </p:cNvPr>
          <p:cNvSpPr txBox="1">
            <a:spLocks/>
          </p:cNvSpPr>
          <p:nvPr/>
        </p:nvSpPr>
        <p:spPr bwMode="auto">
          <a:xfrm>
            <a:off x="103548" y="290782"/>
            <a:ext cx="5992452" cy="10950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lstStyle>
            <a:defPPr>
              <a:defRPr lang="en-US"/>
            </a:defPPr>
            <a:lvl1pPr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1pPr>
            <a:lvl2pPr marL="228600" indent="-1143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2pPr>
            <a:lvl3pPr marL="457200" indent="-2286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3pPr>
            <a:lvl4pPr marL="685800" indent="-3429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4pPr>
            <a:lvl5pPr marL="914400" indent="-4572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5pPr>
            <a:lvl6pPr marL="1143000" algn="l" defTabSz="457200" rtl="0" eaLnBrk="1" latinLnBrk="0" hangingPunct="1">
              <a:defRPr sz="1000" kern="1200">
                <a:solidFill>
                  <a:srgbClr val="74808C"/>
                </a:solidFill>
                <a:latin typeface="Poppins"/>
                <a:ea typeface="Poppins"/>
                <a:cs typeface="Poppins"/>
                <a:sym typeface="Poppins"/>
              </a:defRPr>
            </a:lvl6pPr>
            <a:lvl7pPr marL="1371600" algn="l" defTabSz="457200" rtl="0" eaLnBrk="1" latinLnBrk="0" hangingPunct="1">
              <a:defRPr sz="1000" kern="1200">
                <a:solidFill>
                  <a:srgbClr val="74808C"/>
                </a:solidFill>
                <a:latin typeface="Poppins"/>
                <a:ea typeface="Poppins"/>
                <a:cs typeface="Poppins"/>
                <a:sym typeface="Poppins"/>
              </a:defRPr>
            </a:lvl7pPr>
            <a:lvl8pPr marL="1600200" algn="l" defTabSz="457200" rtl="0" eaLnBrk="1" latinLnBrk="0" hangingPunct="1">
              <a:defRPr sz="1000" kern="1200">
                <a:solidFill>
                  <a:srgbClr val="74808C"/>
                </a:solidFill>
                <a:latin typeface="Poppins"/>
                <a:ea typeface="Poppins"/>
                <a:cs typeface="Poppins"/>
                <a:sym typeface="Poppins"/>
              </a:defRPr>
            </a:lvl8pPr>
            <a:lvl9pPr marL="1828800" algn="l" defTabSz="457200" rtl="0" eaLnBrk="1" latinLnBrk="0" hangingPunct="1">
              <a:defRPr sz="1000" kern="1200">
                <a:solidFill>
                  <a:srgbClr val="74808C"/>
                </a:solidFill>
                <a:latin typeface="Poppins"/>
                <a:ea typeface="Poppins"/>
                <a:cs typeface="Poppins"/>
                <a:sym typeface="Poppins"/>
              </a:defRPr>
            </a:lvl9pPr>
          </a:lstStyle>
          <a:p>
            <a:pPr algn="ctr" eaLnBrk="1">
              <a:defRPr/>
            </a:pPr>
            <a:r>
              <a:rPr lang="ru-RU" altLang="x-none" sz="2800" b="1" dirty="0">
                <a:solidFill>
                  <a:schemeClr val="bg1"/>
                </a:solidFill>
                <a:latin typeface="Arial Black" panose="020B0A04020102020204" pitchFamily="34" charset="0"/>
                <a:ea typeface="+mn-ea"/>
                <a:cs typeface="+mn-cs"/>
                <a:sym typeface="Poppins Medium" charset="0"/>
              </a:rPr>
              <a:t>Структура игры</a:t>
            </a:r>
          </a:p>
        </p:txBody>
      </p:sp>
      <p:pic>
        <p:nvPicPr>
          <p:cNvPr id="3" name="Рисунок 2">
            <a:extLst>
              <a:ext uri="{FF2B5EF4-FFF2-40B4-BE49-F238E27FC236}">
                <a16:creationId xmlns:a16="http://schemas.microsoft.com/office/drawing/2014/main" id="{9A80E0EB-566E-264C-FE34-966E8B8BC704}"/>
              </a:ext>
            </a:extLst>
          </p:cNvPr>
          <p:cNvPicPr>
            <a:picLocks noChangeAspect="1"/>
          </p:cNvPicPr>
          <p:nvPr/>
        </p:nvPicPr>
        <p:blipFill>
          <a:blip r:embed="rId3"/>
          <a:stretch>
            <a:fillRect/>
          </a:stretch>
        </p:blipFill>
        <p:spPr>
          <a:xfrm>
            <a:off x="1623674" y="1174173"/>
            <a:ext cx="8944652" cy="4509654"/>
          </a:xfrm>
          <a:prstGeom prst="rect">
            <a:avLst/>
          </a:prstGeom>
        </p:spPr>
      </p:pic>
    </p:spTree>
    <p:extLst>
      <p:ext uri="{BB962C8B-B14F-4D97-AF65-F5344CB8AC3E}">
        <p14:creationId xmlns:p14="http://schemas.microsoft.com/office/powerpoint/2010/main" val="808203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561F1AEA-419D-B821-812D-8F5EBA1630F9}"/>
              </a:ext>
            </a:extLst>
          </p:cNvPr>
          <p:cNvSpPr txBox="1">
            <a:spLocks/>
          </p:cNvSpPr>
          <p:nvPr/>
        </p:nvSpPr>
        <p:spPr bwMode="auto">
          <a:xfrm>
            <a:off x="1161568" y="546734"/>
            <a:ext cx="5992452" cy="10950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lstStyle>
            <a:defPPr>
              <a:defRPr lang="en-US"/>
            </a:defPPr>
            <a:lvl1pPr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1pPr>
            <a:lvl2pPr marL="228600" indent="-1143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2pPr>
            <a:lvl3pPr marL="457200" indent="-2286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3pPr>
            <a:lvl4pPr marL="685800" indent="-3429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4pPr>
            <a:lvl5pPr marL="914400" indent="-4572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5pPr>
            <a:lvl6pPr marL="1143000" algn="l" defTabSz="457200" rtl="0" eaLnBrk="1" latinLnBrk="0" hangingPunct="1">
              <a:defRPr sz="1000" kern="1200">
                <a:solidFill>
                  <a:srgbClr val="74808C"/>
                </a:solidFill>
                <a:latin typeface="Poppins"/>
                <a:ea typeface="Poppins"/>
                <a:cs typeface="Poppins"/>
                <a:sym typeface="Poppins"/>
              </a:defRPr>
            </a:lvl6pPr>
            <a:lvl7pPr marL="1371600" algn="l" defTabSz="457200" rtl="0" eaLnBrk="1" latinLnBrk="0" hangingPunct="1">
              <a:defRPr sz="1000" kern="1200">
                <a:solidFill>
                  <a:srgbClr val="74808C"/>
                </a:solidFill>
                <a:latin typeface="Poppins"/>
                <a:ea typeface="Poppins"/>
                <a:cs typeface="Poppins"/>
                <a:sym typeface="Poppins"/>
              </a:defRPr>
            </a:lvl7pPr>
            <a:lvl8pPr marL="1600200" algn="l" defTabSz="457200" rtl="0" eaLnBrk="1" latinLnBrk="0" hangingPunct="1">
              <a:defRPr sz="1000" kern="1200">
                <a:solidFill>
                  <a:srgbClr val="74808C"/>
                </a:solidFill>
                <a:latin typeface="Poppins"/>
                <a:ea typeface="Poppins"/>
                <a:cs typeface="Poppins"/>
                <a:sym typeface="Poppins"/>
              </a:defRPr>
            </a:lvl8pPr>
            <a:lvl9pPr marL="1828800" algn="l" defTabSz="457200" rtl="0" eaLnBrk="1" latinLnBrk="0" hangingPunct="1">
              <a:defRPr sz="1000" kern="1200">
                <a:solidFill>
                  <a:srgbClr val="74808C"/>
                </a:solidFill>
                <a:latin typeface="Poppins"/>
                <a:ea typeface="Poppins"/>
                <a:cs typeface="Poppins"/>
                <a:sym typeface="Poppins"/>
              </a:defRPr>
            </a:lvl9pPr>
          </a:lstStyle>
          <a:p>
            <a:pPr eaLnBrk="1">
              <a:defRPr/>
            </a:pPr>
            <a:r>
              <a:rPr lang="ru-RU" altLang="x-none" sz="2800" b="1" dirty="0">
                <a:solidFill>
                  <a:schemeClr val="bg1"/>
                </a:solidFill>
                <a:latin typeface="Arial Black" panose="020B0A04020102020204" pitchFamily="34" charset="0"/>
                <a:ea typeface="+mn-ea"/>
                <a:cs typeface="+mn-cs"/>
                <a:sym typeface="Poppins Medium" charset="0"/>
              </a:rPr>
              <a:t>Инструментальные средства разработки</a:t>
            </a:r>
          </a:p>
        </p:txBody>
      </p:sp>
      <p:sp>
        <p:nvSpPr>
          <p:cNvPr id="4" name="TextBox 3">
            <a:extLst>
              <a:ext uri="{FF2B5EF4-FFF2-40B4-BE49-F238E27FC236}">
                <a16:creationId xmlns:a16="http://schemas.microsoft.com/office/drawing/2014/main" id="{388FBD4A-9AD2-5507-7EA3-88CDEE4D4F66}"/>
              </a:ext>
            </a:extLst>
          </p:cNvPr>
          <p:cNvSpPr txBox="1"/>
          <p:nvPr/>
        </p:nvSpPr>
        <p:spPr>
          <a:xfrm>
            <a:off x="1161568" y="1641763"/>
            <a:ext cx="6735523" cy="2862322"/>
          </a:xfrm>
          <a:prstGeom prst="rect">
            <a:avLst/>
          </a:prstGeom>
          <a:noFill/>
        </p:spPr>
        <p:txBody>
          <a:bodyPr wrap="square" rtlCol="0">
            <a:spAutoFit/>
          </a:bodyPr>
          <a:lstStyle/>
          <a:p>
            <a:pPr marL="342900" indent="-342900">
              <a:buFont typeface="Arial" panose="020B0604020202020204" pitchFamily="34" charset="0"/>
              <a:buChar char="•"/>
            </a:pPr>
            <a:r>
              <a:rPr lang="en-US" sz="2000" b="1" dirty="0">
                <a:solidFill>
                  <a:schemeClr val="bg1"/>
                </a:solidFill>
                <a:latin typeface="Arial Black" panose="020B0A04020102020204" pitchFamily="34" charset="0"/>
              </a:rPr>
              <a:t>IDE Microsoft Visual Studio 2017 Community;</a:t>
            </a:r>
          </a:p>
          <a:p>
            <a:pPr marL="342900" indent="-342900">
              <a:buFont typeface="Arial" panose="020B0604020202020204" pitchFamily="34" charset="0"/>
              <a:buChar char="•"/>
            </a:pPr>
            <a:r>
              <a:rPr lang="ru-RU" sz="2000" b="1" dirty="0">
                <a:solidFill>
                  <a:schemeClr val="bg1"/>
                </a:solidFill>
                <a:latin typeface="Arial Black" panose="020B0A04020102020204" pitchFamily="34" charset="0"/>
              </a:rPr>
              <a:t>Объектно-ориентированный язык программирования</a:t>
            </a:r>
            <a:r>
              <a:rPr lang="en-US" sz="2000" b="1" dirty="0">
                <a:solidFill>
                  <a:schemeClr val="bg1"/>
                </a:solidFill>
                <a:latin typeface="Arial Black" panose="020B0A04020102020204" pitchFamily="34" charset="0"/>
              </a:rPr>
              <a:t> C#;</a:t>
            </a:r>
          </a:p>
          <a:p>
            <a:pPr marL="342900" indent="-342900">
              <a:buFont typeface="Arial" panose="020B0604020202020204" pitchFamily="34" charset="0"/>
              <a:buChar char="•"/>
            </a:pPr>
            <a:r>
              <a:rPr lang="ru-RU" sz="2000" b="1" dirty="0">
                <a:solidFill>
                  <a:schemeClr val="bg1"/>
                </a:solidFill>
                <a:latin typeface="Arial Black" panose="020B0A04020102020204" pitchFamily="34" charset="0"/>
              </a:rPr>
              <a:t>Интерфейс программирования</a:t>
            </a:r>
            <a:r>
              <a:rPr lang="en-US" sz="2000" b="1" dirty="0">
                <a:solidFill>
                  <a:schemeClr val="bg1"/>
                </a:solidFill>
                <a:latin typeface="Arial Black" panose="020B0A04020102020204" pitchFamily="34" charset="0"/>
              </a:rPr>
              <a:t> Windows Forms</a:t>
            </a:r>
            <a:endParaRPr lang="ru-RU" sz="2000" b="1" dirty="0">
              <a:solidFill>
                <a:schemeClr val="bg1"/>
              </a:solidFill>
              <a:latin typeface="Arial Black" panose="020B0A04020102020204" pitchFamily="34" charset="0"/>
            </a:endParaRPr>
          </a:p>
          <a:p>
            <a:pPr marL="342900" indent="-342900">
              <a:buFont typeface="Arial" panose="020B0604020202020204" pitchFamily="34" charset="0"/>
              <a:buChar char="•"/>
            </a:pPr>
            <a:r>
              <a:rPr lang="en-US" sz="2000" b="1" dirty="0">
                <a:solidFill>
                  <a:schemeClr val="bg1"/>
                </a:solidFill>
                <a:latin typeface="Arial Black" panose="020B0A04020102020204" pitchFamily="34" charset="0"/>
              </a:rPr>
              <a:t>Draw.io</a:t>
            </a:r>
          </a:p>
          <a:p>
            <a:pPr marL="342900" indent="-342900">
              <a:buFont typeface="Arial" panose="020B0604020202020204" pitchFamily="34" charset="0"/>
              <a:buChar char="•"/>
            </a:pPr>
            <a:r>
              <a:rPr lang="en-US" sz="2000" b="1" dirty="0">
                <a:solidFill>
                  <a:schemeClr val="bg1"/>
                </a:solidFill>
                <a:latin typeface="Arial Black" panose="020B0A04020102020204" pitchFamily="34" charset="0"/>
              </a:rPr>
              <a:t>Plant UML</a:t>
            </a:r>
          </a:p>
          <a:p>
            <a:pPr marL="342900" indent="-342900">
              <a:buFont typeface="Arial" panose="020B0604020202020204" pitchFamily="34" charset="0"/>
              <a:buChar char="•"/>
            </a:pPr>
            <a:r>
              <a:rPr lang="en-US" sz="2000" b="1" dirty="0">
                <a:solidFill>
                  <a:schemeClr val="bg1"/>
                </a:solidFill>
                <a:latin typeface="Arial Black" panose="020B0A04020102020204" pitchFamily="34" charset="0"/>
              </a:rPr>
              <a:t>GanttPro.com</a:t>
            </a:r>
          </a:p>
        </p:txBody>
      </p:sp>
      <p:pic>
        <p:nvPicPr>
          <p:cNvPr id="1026" name="Picture 2">
            <a:extLst>
              <a:ext uri="{FF2B5EF4-FFF2-40B4-BE49-F238E27FC236}">
                <a16:creationId xmlns:a16="http://schemas.microsoft.com/office/drawing/2014/main" id="{A7BA86C2-EC72-407C-2949-0A01A6EDEA89}"/>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foregroundMark x1="28860" y1="34353" x2="28596" y2="30353"/>
                        <a14:foregroundMark x1="34649" y1="46588" x2="35175" y2="49412"/>
                        <a14:foregroundMark x1="41491" y1="49882" x2="41491" y2="53176"/>
                        <a14:foregroundMark x1="41491" y1="46588" x2="41491" y2="46588"/>
                        <a14:foregroundMark x1="43070" y1="55059" x2="42982" y2="50824"/>
                        <a14:foregroundMark x1="46667" y1="54824" x2="47018" y2="51765"/>
                        <a14:foregroundMark x1="50789" y1="51765" x2="50614" y2="55765"/>
                        <a14:foregroundMark x1="54474" y1="51529" x2="54825" y2="54588"/>
                        <a14:foregroundMark x1="61579" y1="54824" x2="61842" y2="57412"/>
                        <a14:foregroundMark x1="64737" y1="46824" x2="64737" y2="49647"/>
                        <a14:foregroundMark x1="68158" y1="52235" x2="68158" y2="52235"/>
                        <a14:foregroundMark x1="72281" y1="52000" x2="72281" y2="52000"/>
                        <a14:foregroundMark x1="74474" y1="52235" x2="74474" y2="52235"/>
                        <a14:foregroundMark x1="80526" y1="52471" x2="80526" y2="52471"/>
                        <a14:foregroundMark x1="46842" y1="53176" x2="46842" y2="53176"/>
                        <a14:foregroundMark x1="28158" y1="29882" x2="28158" y2="29882"/>
                      </a14:backgroundRemoval>
                    </a14:imgEffect>
                  </a14:imgLayer>
                </a14:imgProps>
              </a:ext>
              <a:ext uri="{28A0092B-C50C-407E-A947-70E740481C1C}">
                <a14:useLocalDpi xmlns:a14="http://schemas.microsoft.com/office/drawing/2010/main" val="0"/>
              </a:ext>
            </a:extLst>
          </a:blip>
          <a:srcRect/>
          <a:stretch>
            <a:fillRect/>
          </a:stretch>
        </p:blipFill>
        <p:spPr bwMode="auto">
          <a:xfrm>
            <a:off x="5072978" y="3835584"/>
            <a:ext cx="5957454" cy="22209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7681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561F1AEA-419D-B821-812D-8F5EBA1630F9}"/>
              </a:ext>
            </a:extLst>
          </p:cNvPr>
          <p:cNvSpPr txBox="1">
            <a:spLocks/>
          </p:cNvSpPr>
          <p:nvPr/>
        </p:nvSpPr>
        <p:spPr bwMode="auto">
          <a:xfrm>
            <a:off x="675032" y="466059"/>
            <a:ext cx="5992452" cy="10950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lstStyle>
            <a:defPPr>
              <a:defRPr lang="en-US"/>
            </a:defPPr>
            <a:lvl1pPr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1pPr>
            <a:lvl2pPr marL="228600" indent="-1143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2pPr>
            <a:lvl3pPr marL="457200" indent="-2286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3pPr>
            <a:lvl4pPr marL="685800" indent="-3429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4pPr>
            <a:lvl5pPr marL="914400" indent="-4572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5pPr>
            <a:lvl6pPr marL="1143000" algn="l" defTabSz="457200" rtl="0" eaLnBrk="1" latinLnBrk="0" hangingPunct="1">
              <a:defRPr sz="1000" kern="1200">
                <a:solidFill>
                  <a:srgbClr val="74808C"/>
                </a:solidFill>
                <a:latin typeface="Poppins"/>
                <a:ea typeface="Poppins"/>
                <a:cs typeface="Poppins"/>
                <a:sym typeface="Poppins"/>
              </a:defRPr>
            </a:lvl6pPr>
            <a:lvl7pPr marL="1371600" algn="l" defTabSz="457200" rtl="0" eaLnBrk="1" latinLnBrk="0" hangingPunct="1">
              <a:defRPr sz="1000" kern="1200">
                <a:solidFill>
                  <a:srgbClr val="74808C"/>
                </a:solidFill>
                <a:latin typeface="Poppins"/>
                <a:ea typeface="Poppins"/>
                <a:cs typeface="Poppins"/>
                <a:sym typeface="Poppins"/>
              </a:defRPr>
            </a:lvl7pPr>
            <a:lvl8pPr marL="1600200" algn="l" defTabSz="457200" rtl="0" eaLnBrk="1" latinLnBrk="0" hangingPunct="1">
              <a:defRPr sz="1000" kern="1200">
                <a:solidFill>
                  <a:srgbClr val="74808C"/>
                </a:solidFill>
                <a:latin typeface="Poppins"/>
                <a:ea typeface="Poppins"/>
                <a:cs typeface="Poppins"/>
                <a:sym typeface="Poppins"/>
              </a:defRPr>
            </a:lvl8pPr>
            <a:lvl9pPr marL="1828800" algn="l" defTabSz="457200" rtl="0" eaLnBrk="1" latinLnBrk="0" hangingPunct="1">
              <a:defRPr sz="1000" kern="1200">
                <a:solidFill>
                  <a:srgbClr val="74808C"/>
                </a:solidFill>
                <a:latin typeface="Poppins"/>
                <a:ea typeface="Poppins"/>
                <a:cs typeface="Poppins"/>
                <a:sym typeface="Poppins"/>
              </a:defRPr>
            </a:lvl9pPr>
          </a:lstStyle>
          <a:p>
            <a:pPr eaLnBrk="1">
              <a:defRPr/>
            </a:pPr>
            <a:r>
              <a:rPr lang="ru-RU" altLang="x-none" sz="2800" b="1" dirty="0">
                <a:solidFill>
                  <a:schemeClr val="bg1"/>
                </a:solidFill>
                <a:latin typeface="Arial Black" panose="020B0A04020102020204" pitchFamily="34" charset="0"/>
                <a:ea typeface="+mn-ea"/>
                <a:cs typeface="+mn-cs"/>
                <a:sym typeface="Poppins Medium" charset="0"/>
              </a:rPr>
              <a:t>Интерфейс игры</a:t>
            </a:r>
          </a:p>
        </p:txBody>
      </p:sp>
      <p:sp>
        <p:nvSpPr>
          <p:cNvPr id="3" name="TextBox 2">
            <a:extLst>
              <a:ext uri="{FF2B5EF4-FFF2-40B4-BE49-F238E27FC236}">
                <a16:creationId xmlns:a16="http://schemas.microsoft.com/office/drawing/2014/main" id="{46BEEE44-A491-17D9-E4CA-46222FABC6A7}"/>
              </a:ext>
            </a:extLst>
          </p:cNvPr>
          <p:cNvSpPr txBox="1"/>
          <p:nvPr/>
        </p:nvSpPr>
        <p:spPr>
          <a:xfrm>
            <a:off x="6308775" y="1343939"/>
            <a:ext cx="5004619" cy="707886"/>
          </a:xfrm>
          <a:prstGeom prst="rect">
            <a:avLst/>
          </a:prstGeom>
          <a:noFill/>
        </p:spPr>
        <p:txBody>
          <a:bodyPr wrap="square" rtlCol="0">
            <a:spAutoFit/>
          </a:bodyPr>
          <a:lstStyle/>
          <a:p>
            <a:r>
              <a:rPr lang="ru-RU" sz="2000" b="1" dirty="0">
                <a:solidFill>
                  <a:schemeClr val="bg1"/>
                </a:solidFill>
                <a:latin typeface="Arial Black" panose="020B0A04020102020204" pitchFamily="34" charset="0"/>
              </a:rPr>
              <a:t>Основной интерфейс завязан на действиях со странами.</a:t>
            </a:r>
          </a:p>
        </p:txBody>
      </p:sp>
      <p:pic>
        <p:nvPicPr>
          <p:cNvPr id="5" name="Рисунок 4">
            <a:extLst>
              <a:ext uri="{FF2B5EF4-FFF2-40B4-BE49-F238E27FC236}">
                <a16:creationId xmlns:a16="http://schemas.microsoft.com/office/drawing/2014/main" id="{4F0E7995-40FE-26CC-137B-69285F7BCC97}"/>
              </a:ext>
            </a:extLst>
          </p:cNvPr>
          <p:cNvPicPr>
            <a:picLocks noChangeAspect="1"/>
          </p:cNvPicPr>
          <p:nvPr/>
        </p:nvPicPr>
        <p:blipFill>
          <a:blip r:embed="rId3"/>
          <a:stretch>
            <a:fillRect/>
          </a:stretch>
        </p:blipFill>
        <p:spPr>
          <a:xfrm>
            <a:off x="6984648" y="2284484"/>
            <a:ext cx="3652872" cy="3557896"/>
          </a:xfrm>
          <a:prstGeom prst="rect">
            <a:avLst/>
          </a:prstGeom>
        </p:spPr>
      </p:pic>
      <p:pic>
        <p:nvPicPr>
          <p:cNvPr id="7" name="Рисунок 6">
            <a:extLst>
              <a:ext uri="{FF2B5EF4-FFF2-40B4-BE49-F238E27FC236}">
                <a16:creationId xmlns:a16="http://schemas.microsoft.com/office/drawing/2014/main" id="{1DE21673-70E1-08C2-9DB5-26D57A589B63}"/>
              </a:ext>
            </a:extLst>
          </p:cNvPr>
          <p:cNvPicPr>
            <a:picLocks noChangeAspect="1"/>
          </p:cNvPicPr>
          <p:nvPr/>
        </p:nvPicPr>
        <p:blipFill>
          <a:blip r:embed="rId4"/>
          <a:stretch>
            <a:fillRect/>
          </a:stretch>
        </p:blipFill>
        <p:spPr>
          <a:xfrm>
            <a:off x="675032" y="2787435"/>
            <a:ext cx="5086468" cy="2551994"/>
          </a:xfrm>
          <a:prstGeom prst="rect">
            <a:avLst/>
          </a:prstGeom>
        </p:spPr>
      </p:pic>
      <p:pic>
        <p:nvPicPr>
          <p:cNvPr id="8" name="Рисунок 7">
            <a:extLst>
              <a:ext uri="{FF2B5EF4-FFF2-40B4-BE49-F238E27FC236}">
                <a16:creationId xmlns:a16="http://schemas.microsoft.com/office/drawing/2014/main" id="{EA85FE28-5CC5-ADF6-DB1B-4F65364AE231}"/>
              </a:ext>
            </a:extLst>
          </p:cNvPr>
          <p:cNvPicPr>
            <a:picLocks noChangeAspect="1"/>
          </p:cNvPicPr>
          <p:nvPr/>
        </p:nvPicPr>
        <p:blipFill>
          <a:blip r:embed="rId5"/>
          <a:stretch>
            <a:fillRect/>
          </a:stretch>
        </p:blipFill>
        <p:spPr>
          <a:xfrm>
            <a:off x="4999394" y="1345544"/>
            <a:ext cx="762106" cy="781159"/>
          </a:xfrm>
          <a:prstGeom prst="rect">
            <a:avLst/>
          </a:prstGeom>
        </p:spPr>
      </p:pic>
      <p:cxnSp>
        <p:nvCxnSpPr>
          <p:cNvPr id="9" name="Соединитель: изогнутый 8">
            <a:extLst>
              <a:ext uri="{FF2B5EF4-FFF2-40B4-BE49-F238E27FC236}">
                <a16:creationId xmlns:a16="http://schemas.microsoft.com/office/drawing/2014/main" id="{03C1D823-A557-215F-1AA9-F192CFB36B75}"/>
              </a:ext>
            </a:extLst>
          </p:cNvPr>
          <p:cNvCxnSpPr>
            <a:cxnSpLocks/>
            <a:endCxn id="8" idx="1"/>
          </p:cNvCxnSpPr>
          <p:nvPr/>
        </p:nvCxnSpPr>
        <p:spPr>
          <a:xfrm flipV="1">
            <a:off x="562641" y="1736124"/>
            <a:ext cx="4436753" cy="539168"/>
          </a:xfrm>
          <a:prstGeom prst="curvedConnector3">
            <a:avLst>
              <a:gd name="adj1" fmla="val 53767"/>
            </a:avLst>
          </a:prstGeom>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11" name="Text Box 3">
            <a:extLst>
              <a:ext uri="{FF2B5EF4-FFF2-40B4-BE49-F238E27FC236}">
                <a16:creationId xmlns:a16="http://schemas.microsoft.com/office/drawing/2014/main" id="{9ACB5177-872E-B3B9-2428-55A68386A6E4}"/>
              </a:ext>
            </a:extLst>
          </p:cNvPr>
          <p:cNvSpPr txBox="1">
            <a:spLocks/>
          </p:cNvSpPr>
          <p:nvPr/>
        </p:nvSpPr>
        <p:spPr bwMode="auto">
          <a:xfrm>
            <a:off x="0" y="1343939"/>
            <a:ext cx="5992452" cy="4734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lstStyle>
            <a:defPPr>
              <a:defRPr lang="en-US"/>
            </a:defPPr>
            <a:lvl1pPr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1pPr>
            <a:lvl2pPr marL="228600" indent="-1143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2pPr>
            <a:lvl3pPr marL="457200" indent="-2286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3pPr>
            <a:lvl4pPr marL="685800" indent="-3429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4pPr>
            <a:lvl5pPr marL="914400" indent="-4572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5pPr>
            <a:lvl6pPr marL="1143000" algn="l" defTabSz="457200" rtl="0" eaLnBrk="1" latinLnBrk="0" hangingPunct="1">
              <a:defRPr sz="1000" kern="1200">
                <a:solidFill>
                  <a:srgbClr val="74808C"/>
                </a:solidFill>
                <a:latin typeface="Poppins"/>
                <a:ea typeface="Poppins"/>
                <a:cs typeface="Poppins"/>
                <a:sym typeface="Poppins"/>
              </a:defRPr>
            </a:lvl6pPr>
            <a:lvl7pPr marL="1371600" algn="l" defTabSz="457200" rtl="0" eaLnBrk="1" latinLnBrk="0" hangingPunct="1">
              <a:defRPr sz="1000" kern="1200">
                <a:solidFill>
                  <a:srgbClr val="74808C"/>
                </a:solidFill>
                <a:latin typeface="Poppins"/>
                <a:ea typeface="Poppins"/>
                <a:cs typeface="Poppins"/>
                <a:sym typeface="Poppins"/>
              </a:defRPr>
            </a:lvl7pPr>
            <a:lvl8pPr marL="1600200" algn="l" defTabSz="457200" rtl="0" eaLnBrk="1" latinLnBrk="0" hangingPunct="1">
              <a:defRPr sz="1000" kern="1200">
                <a:solidFill>
                  <a:srgbClr val="74808C"/>
                </a:solidFill>
                <a:latin typeface="Poppins"/>
                <a:ea typeface="Poppins"/>
                <a:cs typeface="Poppins"/>
                <a:sym typeface="Poppins"/>
              </a:defRPr>
            </a:lvl8pPr>
            <a:lvl9pPr marL="1828800" algn="l" defTabSz="457200" rtl="0" eaLnBrk="1" latinLnBrk="0" hangingPunct="1">
              <a:defRPr sz="1000" kern="1200">
                <a:solidFill>
                  <a:srgbClr val="74808C"/>
                </a:solidFill>
                <a:latin typeface="Poppins"/>
                <a:ea typeface="Poppins"/>
                <a:cs typeface="Poppins"/>
                <a:sym typeface="Poppins"/>
              </a:defRPr>
            </a:lvl9pPr>
          </a:lstStyle>
          <a:p>
            <a:pPr algn="ctr" eaLnBrk="1">
              <a:defRPr/>
            </a:pPr>
            <a:r>
              <a:rPr lang="ru-RU" altLang="x-none" sz="2000" b="1" dirty="0">
                <a:solidFill>
                  <a:schemeClr val="bg1"/>
                </a:solidFill>
                <a:latin typeface="Arial Black" panose="020B0A04020102020204" pitchFamily="34" charset="0"/>
                <a:sym typeface="Poppins Medium" charset="0"/>
              </a:rPr>
              <a:t>Кнопка разведчика</a:t>
            </a:r>
          </a:p>
        </p:txBody>
      </p:sp>
    </p:spTree>
    <p:extLst>
      <p:ext uri="{BB962C8B-B14F-4D97-AF65-F5344CB8AC3E}">
        <p14:creationId xmlns:p14="http://schemas.microsoft.com/office/powerpoint/2010/main" val="381101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561F1AEA-419D-B821-812D-8F5EBA1630F9}"/>
              </a:ext>
            </a:extLst>
          </p:cNvPr>
          <p:cNvSpPr txBox="1">
            <a:spLocks/>
          </p:cNvSpPr>
          <p:nvPr/>
        </p:nvSpPr>
        <p:spPr bwMode="auto">
          <a:xfrm>
            <a:off x="1161568" y="546734"/>
            <a:ext cx="5992452" cy="10950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lstStyle>
            <a:defPPr>
              <a:defRPr lang="en-US"/>
            </a:defPPr>
            <a:lvl1pPr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1pPr>
            <a:lvl2pPr marL="228600" indent="-1143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2pPr>
            <a:lvl3pPr marL="457200" indent="-2286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3pPr>
            <a:lvl4pPr marL="685800" indent="-3429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4pPr>
            <a:lvl5pPr marL="914400" indent="-4572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5pPr>
            <a:lvl6pPr marL="1143000" algn="l" defTabSz="457200" rtl="0" eaLnBrk="1" latinLnBrk="0" hangingPunct="1">
              <a:defRPr sz="1000" kern="1200">
                <a:solidFill>
                  <a:srgbClr val="74808C"/>
                </a:solidFill>
                <a:latin typeface="Poppins"/>
                <a:ea typeface="Poppins"/>
                <a:cs typeface="Poppins"/>
                <a:sym typeface="Poppins"/>
              </a:defRPr>
            </a:lvl6pPr>
            <a:lvl7pPr marL="1371600" algn="l" defTabSz="457200" rtl="0" eaLnBrk="1" latinLnBrk="0" hangingPunct="1">
              <a:defRPr sz="1000" kern="1200">
                <a:solidFill>
                  <a:srgbClr val="74808C"/>
                </a:solidFill>
                <a:latin typeface="Poppins"/>
                <a:ea typeface="Poppins"/>
                <a:cs typeface="Poppins"/>
                <a:sym typeface="Poppins"/>
              </a:defRPr>
            </a:lvl7pPr>
            <a:lvl8pPr marL="1600200" algn="l" defTabSz="457200" rtl="0" eaLnBrk="1" latinLnBrk="0" hangingPunct="1">
              <a:defRPr sz="1000" kern="1200">
                <a:solidFill>
                  <a:srgbClr val="74808C"/>
                </a:solidFill>
                <a:latin typeface="Poppins"/>
                <a:ea typeface="Poppins"/>
                <a:cs typeface="Poppins"/>
                <a:sym typeface="Poppins"/>
              </a:defRPr>
            </a:lvl8pPr>
            <a:lvl9pPr marL="1828800" algn="l" defTabSz="457200" rtl="0" eaLnBrk="1" latinLnBrk="0" hangingPunct="1">
              <a:defRPr sz="1000" kern="1200">
                <a:solidFill>
                  <a:srgbClr val="74808C"/>
                </a:solidFill>
                <a:latin typeface="Poppins"/>
                <a:ea typeface="Poppins"/>
                <a:cs typeface="Poppins"/>
                <a:sym typeface="Poppins"/>
              </a:defRPr>
            </a:lvl9pPr>
          </a:lstStyle>
          <a:p>
            <a:pPr eaLnBrk="1">
              <a:defRPr/>
            </a:pPr>
            <a:r>
              <a:rPr lang="ru-RU" altLang="x-none" sz="2800" b="1" dirty="0">
                <a:solidFill>
                  <a:schemeClr val="bg1"/>
                </a:solidFill>
                <a:latin typeface="Arial Black" panose="020B0A04020102020204" pitchFamily="34" charset="0"/>
                <a:ea typeface="+mn-ea"/>
                <a:cs typeface="+mn-cs"/>
                <a:sym typeface="Poppins Medium" charset="0"/>
              </a:rPr>
              <a:t>Внедрение проекта в образовательный процесс</a:t>
            </a:r>
          </a:p>
        </p:txBody>
      </p:sp>
      <p:sp>
        <p:nvSpPr>
          <p:cNvPr id="4" name="TextBox 3">
            <a:extLst>
              <a:ext uri="{FF2B5EF4-FFF2-40B4-BE49-F238E27FC236}">
                <a16:creationId xmlns:a16="http://schemas.microsoft.com/office/drawing/2014/main" id="{388FBD4A-9AD2-5507-7EA3-88CDEE4D4F66}"/>
              </a:ext>
            </a:extLst>
          </p:cNvPr>
          <p:cNvSpPr txBox="1"/>
          <p:nvPr/>
        </p:nvSpPr>
        <p:spPr>
          <a:xfrm>
            <a:off x="1161568" y="1641763"/>
            <a:ext cx="10176992" cy="707886"/>
          </a:xfrm>
          <a:prstGeom prst="rect">
            <a:avLst/>
          </a:prstGeom>
          <a:noFill/>
        </p:spPr>
        <p:txBody>
          <a:bodyPr wrap="square" rtlCol="0">
            <a:spAutoFit/>
          </a:bodyPr>
          <a:lstStyle/>
          <a:p>
            <a:r>
              <a:rPr lang="ru-RU" sz="2000" b="1" dirty="0">
                <a:solidFill>
                  <a:schemeClr val="bg1"/>
                </a:solidFill>
                <a:latin typeface="Arial Black" panose="020B0A04020102020204" pitchFamily="34" charset="0"/>
              </a:rPr>
              <a:t>Внедрение проекта в образовательный процесс являлось одной из задач курсового проекта.</a:t>
            </a:r>
            <a:endParaRPr lang="en-US" sz="2000" b="1" dirty="0">
              <a:solidFill>
                <a:schemeClr val="bg1"/>
              </a:solidFill>
              <a:latin typeface="Arial Black" panose="020B0A04020102020204" pitchFamily="34" charset="0"/>
            </a:endParaRPr>
          </a:p>
        </p:txBody>
      </p:sp>
      <p:pic>
        <p:nvPicPr>
          <p:cNvPr id="2050" name="Picture 2">
            <a:extLst>
              <a:ext uri="{FF2B5EF4-FFF2-40B4-BE49-F238E27FC236}">
                <a16:creationId xmlns:a16="http://schemas.microsoft.com/office/drawing/2014/main" id="{FD4BA93B-4372-C024-590D-F7D8194F7C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8960" y="2563695"/>
            <a:ext cx="5974080" cy="33370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8713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561F1AEA-419D-B821-812D-8F5EBA1630F9}"/>
              </a:ext>
            </a:extLst>
          </p:cNvPr>
          <p:cNvSpPr txBox="1">
            <a:spLocks/>
          </p:cNvSpPr>
          <p:nvPr/>
        </p:nvSpPr>
        <p:spPr bwMode="auto">
          <a:xfrm>
            <a:off x="1267645" y="326594"/>
            <a:ext cx="5992452" cy="10950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lstStyle>
            <a:defPPr>
              <a:defRPr lang="en-US"/>
            </a:defPPr>
            <a:lvl1pPr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1pPr>
            <a:lvl2pPr marL="228600" indent="-1143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2pPr>
            <a:lvl3pPr marL="457200" indent="-2286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3pPr>
            <a:lvl4pPr marL="685800" indent="-3429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4pPr>
            <a:lvl5pPr marL="914400" indent="-4572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5pPr>
            <a:lvl6pPr marL="1143000" algn="l" defTabSz="457200" rtl="0" eaLnBrk="1" latinLnBrk="0" hangingPunct="1">
              <a:defRPr sz="1000" kern="1200">
                <a:solidFill>
                  <a:srgbClr val="74808C"/>
                </a:solidFill>
                <a:latin typeface="Poppins"/>
                <a:ea typeface="Poppins"/>
                <a:cs typeface="Poppins"/>
                <a:sym typeface="Poppins"/>
              </a:defRPr>
            </a:lvl6pPr>
            <a:lvl7pPr marL="1371600" algn="l" defTabSz="457200" rtl="0" eaLnBrk="1" latinLnBrk="0" hangingPunct="1">
              <a:defRPr sz="1000" kern="1200">
                <a:solidFill>
                  <a:srgbClr val="74808C"/>
                </a:solidFill>
                <a:latin typeface="Poppins"/>
                <a:ea typeface="Poppins"/>
                <a:cs typeface="Poppins"/>
                <a:sym typeface="Poppins"/>
              </a:defRPr>
            </a:lvl7pPr>
            <a:lvl8pPr marL="1600200" algn="l" defTabSz="457200" rtl="0" eaLnBrk="1" latinLnBrk="0" hangingPunct="1">
              <a:defRPr sz="1000" kern="1200">
                <a:solidFill>
                  <a:srgbClr val="74808C"/>
                </a:solidFill>
                <a:latin typeface="Poppins"/>
                <a:ea typeface="Poppins"/>
                <a:cs typeface="Poppins"/>
                <a:sym typeface="Poppins"/>
              </a:defRPr>
            </a:lvl8pPr>
            <a:lvl9pPr marL="1828800" algn="l" defTabSz="457200" rtl="0" eaLnBrk="1" latinLnBrk="0" hangingPunct="1">
              <a:defRPr sz="1000" kern="1200">
                <a:solidFill>
                  <a:srgbClr val="74808C"/>
                </a:solidFill>
                <a:latin typeface="Poppins"/>
                <a:ea typeface="Poppins"/>
                <a:cs typeface="Poppins"/>
                <a:sym typeface="Poppins"/>
              </a:defRPr>
            </a:lvl9pPr>
          </a:lstStyle>
          <a:p>
            <a:pPr eaLnBrk="1">
              <a:defRPr/>
            </a:pPr>
            <a:r>
              <a:rPr lang="ru-RU" altLang="x-none" sz="2800" b="1" dirty="0">
                <a:solidFill>
                  <a:schemeClr val="bg1"/>
                </a:solidFill>
                <a:latin typeface="Arial Black" panose="020B0A04020102020204" pitchFamily="34" charset="0"/>
                <a:ea typeface="+mn-ea"/>
                <a:cs typeface="+mn-cs"/>
                <a:sym typeface="Poppins Medium" charset="0"/>
              </a:rPr>
              <a:t>Объявление результатов</a:t>
            </a:r>
          </a:p>
        </p:txBody>
      </p:sp>
      <p:pic>
        <p:nvPicPr>
          <p:cNvPr id="5" name="Рисунок 4">
            <a:extLst>
              <a:ext uri="{FF2B5EF4-FFF2-40B4-BE49-F238E27FC236}">
                <a16:creationId xmlns:a16="http://schemas.microsoft.com/office/drawing/2014/main" id="{07AB14E3-7BE6-3850-B3A0-36858C55565D}"/>
              </a:ext>
            </a:extLst>
          </p:cNvPr>
          <p:cNvPicPr>
            <a:picLocks noChangeAspect="1"/>
          </p:cNvPicPr>
          <p:nvPr/>
        </p:nvPicPr>
        <p:blipFill rotWithShape="1">
          <a:blip r:embed="rId3"/>
          <a:srcRect l="892" t="1905" r="1424"/>
          <a:stretch/>
        </p:blipFill>
        <p:spPr>
          <a:xfrm>
            <a:off x="1267645" y="2180594"/>
            <a:ext cx="4514703" cy="2642720"/>
          </a:xfrm>
          <a:prstGeom prst="rect">
            <a:avLst/>
          </a:prstGeom>
        </p:spPr>
      </p:pic>
      <p:pic>
        <p:nvPicPr>
          <p:cNvPr id="3" name="Рисунок 2">
            <a:extLst>
              <a:ext uri="{FF2B5EF4-FFF2-40B4-BE49-F238E27FC236}">
                <a16:creationId xmlns:a16="http://schemas.microsoft.com/office/drawing/2014/main" id="{91622548-55BB-C36B-A094-1111E037E6C1}"/>
              </a:ext>
            </a:extLst>
          </p:cNvPr>
          <p:cNvPicPr>
            <a:picLocks noChangeAspect="1"/>
          </p:cNvPicPr>
          <p:nvPr/>
        </p:nvPicPr>
        <p:blipFill>
          <a:blip r:embed="rId4"/>
          <a:stretch>
            <a:fillRect/>
          </a:stretch>
        </p:blipFill>
        <p:spPr>
          <a:xfrm>
            <a:off x="6409653" y="2180594"/>
            <a:ext cx="5247914" cy="2642720"/>
          </a:xfrm>
          <a:prstGeom prst="rect">
            <a:avLst/>
          </a:prstGeom>
        </p:spPr>
      </p:pic>
      <p:sp>
        <p:nvSpPr>
          <p:cNvPr id="4" name="Text Box 3">
            <a:extLst>
              <a:ext uri="{FF2B5EF4-FFF2-40B4-BE49-F238E27FC236}">
                <a16:creationId xmlns:a16="http://schemas.microsoft.com/office/drawing/2014/main" id="{600404EC-E5A9-FDFF-595B-1DF5BFB3A6A9}"/>
              </a:ext>
            </a:extLst>
          </p:cNvPr>
          <p:cNvSpPr txBox="1">
            <a:spLocks/>
          </p:cNvSpPr>
          <p:nvPr/>
        </p:nvSpPr>
        <p:spPr bwMode="auto">
          <a:xfrm>
            <a:off x="1267645" y="1045877"/>
            <a:ext cx="8895543" cy="7118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lstStyle>
            <a:defPPr>
              <a:defRPr lang="en-US"/>
            </a:defPPr>
            <a:lvl1pPr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1pPr>
            <a:lvl2pPr marL="228600" indent="-1143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2pPr>
            <a:lvl3pPr marL="457200" indent="-2286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3pPr>
            <a:lvl4pPr marL="685800" indent="-3429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4pPr>
            <a:lvl5pPr marL="914400" indent="-4572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5pPr>
            <a:lvl6pPr marL="1143000" algn="l" defTabSz="457200" rtl="0" eaLnBrk="1" latinLnBrk="0" hangingPunct="1">
              <a:defRPr sz="1000" kern="1200">
                <a:solidFill>
                  <a:srgbClr val="74808C"/>
                </a:solidFill>
                <a:latin typeface="Poppins"/>
                <a:ea typeface="Poppins"/>
                <a:cs typeface="Poppins"/>
                <a:sym typeface="Poppins"/>
              </a:defRPr>
            </a:lvl6pPr>
            <a:lvl7pPr marL="1371600" algn="l" defTabSz="457200" rtl="0" eaLnBrk="1" latinLnBrk="0" hangingPunct="1">
              <a:defRPr sz="1000" kern="1200">
                <a:solidFill>
                  <a:srgbClr val="74808C"/>
                </a:solidFill>
                <a:latin typeface="Poppins"/>
                <a:ea typeface="Poppins"/>
                <a:cs typeface="Poppins"/>
                <a:sym typeface="Poppins"/>
              </a:defRPr>
            </a:lvl7pPr>
            <a:lvl8pPr marL="1600200" algn="l" defTabSz="457200" rtl="0" eaLnBrk="1" latinLnBrk="0" hangingPunct="1">
              <a:defRPr sz="1000" kern="1200">
                <a:solidFill>
                  <a:srgbClr val="74808C"/>
                </a:solidFill>
                <a:latin typeface="Poppins"/>
                <a:ea typeface="Poppins"/>
                <a:cs typeface="Poppins"/>
                <a:sym typeface="Poppins"/>
              </a:defRPr>
            </a:lvl8pPr>
            <a:lvl9pPr marL="1828800" algn="l" defTabSz="457200" rtl="0" eaLnBrk="1" latinLnBrk="0" hangingPunct="1">
              <a:defRPr sz="1000" kern="1200">
                <a:solidFill>
                  <a:srgbClr val="74808C"/>
                </a:solidFill>
                <a:latin typeface="Poppins"/>
                <a:ea typeface="Poppins"/>
                <a:cs typeface="Poppins"/>
                <a:sym typeface="Poppins"/>
              </a:defRPr>
            </a:lvl9pPr>
          </a:lstStyle>
          <a:p>
            <a:pPr eaLnBrk="1">
              <a:defRPr/>
            </a:pPr>
            <a:r>
              <a:rPr lang="ru-RU" altLang="x-none" sz="2000" b="1" dirty="0">
                <a:solidFill>
                  <a:schemeClr val="bg1"/>
                </a:solidFill>
                <a:latin typeface="Arial Black" panose="020B0A04020102020204" pitchFamily="34" charset="0"/>
                <a:cs typeface="Arial" panose="020B0604020202020204" pitchFamily="34" charset="0"/>
                <a:sym typeface="Poppins Medium" charset="0"/>
              </a:rPr>
              <a:t>Объявление результата и действия заключения союза и объявления войны</a:t>
            </a:r>
          </a:p>
        </p:txBody>
      </p:sp>
    </p:spTree>
    <p:extLst>
      <p:ext uri="{BB962C8B-B14F-4D97-AF65-F5344CB8AC3E}">
        <p14:creationId xmlns:p14="http://schemas.microsoft.com/office/powerpoint/2010/main" val="28524859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CAA930CE-56F8-AF02-831F-7FE9078CE596}"/>
              </a:ext>
            </a:extLst>
          </p:cNvPr>
          <p:cNvPicPr>
            <a:picLocks noChangeAspect="1" noChangeArrowheads="1"/>
          </p:cNvPicPr>
          <p:nvPr/>
        </p:nvPicPr>
        <p:blipFill>
          <a:blip r:embed="rId3">
            <a:alphaModFix amt="14000"/>
            <a:extLst>
              <a:ext uri="{28A0092B-C50C-407E-A947-70E740481C1C}">
                <a14:useLocalDpi xmlns:a14="http://schemas.microsoft.com/office/drawing/2010/main" val="0"/>
              </a:ext>
            </a:extLst>
          </a:blip>
          <a:srcRect/>
          <a:stretch>
            <a:fillRect/>
          </a:stretch>
        </p:blipFill>
        <p:spPr bwMode="auto">
          <a:xfrm>
            <a:off x="0" y="0"/>
            <a:ext cx="12192000" cy="812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3">
            <a:extLst>
              <a:ext uri="{FF2B5EF4-FFF2-40B4-BE49-F238E27FC236}">
                <a16:creationId xmlns:a16="http://schemas.microsoft.com/office/drawing/2014/main" id="{561F1AEA-419D-B821-812D-8F5EBA1630F9}"/>
              </a:ext>
            </a:extLst>
          </p:cNvPr>
          <p:cNvSpPr txBox="1">
            <a:spLocks/>
          </p:cNvSpPr>
          <p:nvPr/>
        </p:nvSpPr>
        <p:spPr bwMode="auto">
          <a:xfrm>
            <a:off x="1267645" y="333268"/>
            <a:ext cx="5992452" cy="10950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lstStyle>
            <a:defPPr>
              <a:defRPr lang="en-US"/>
            </a:defPPr>
            <a:lvl1pPr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1pPr>
            <a:lvl2pPr marL="228600" indent="-1143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2pPr>
            <a:lvl3pPr marL="457200" indent="-2286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3pPr>
            <a:lvl4pPr marL="685800" indent="-3429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4pPr>
            <a:lvl5pPr marL="914400" indent="-4572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5pPr>
            <a:lvl6pPr marL="1143000" algn="l" defTabSz="457200" rtl="0" eaLnBrk="1" latinLnBrk="0" hangingPunct="1">
              <a:defRPr sz="1000" kern="1200">
                <a:solidFill>
                  <a:srgbClr val="74808C"/>
                </a:solidFill>
                <a:latin typeface="Poppins"/>
                <a:ea typeface="Poppins"/>
                <a:cs typeface="Poppins"/>
                <a:sym typeface="Poppins"/>
              </a:defRPr>
            </a:lvl6pPr>
            <a:lvl7pPr marL="1371600" algn="l" defTabSz="457200" rtl="0" eaLnBrk="1" latinLnBrk="0" hangingPunct="1">
              <a:defRPr sz="1000" kern="1200">
                <a:solidFill>
                  <a:srgbClr val="74808C"/>
                </a:solidFill>
                <a:latin typeface="Poppins"/>
                <a:ea typeface="Poppins"/>
                <a:cs typeface="Poppins"/>
                <a:sym typeface="Poppins"/>
              </a:defRPr>
            </a:lvl7pPr>
            <a:lvl8pPr marL="1600200" algn="l" defTabSz="457200" rtl="0" eaLnBrk="1" latinLnBrk="0" hangingPunct="1">
              <a:defRPr sz="1000" kern="1200">
                <a:solidFill>
                  <a:srgbClr val="74808C"/>
                </a:solidFill>
                <a:latin typeface="Poppins"/>
                <a:ea typeface="Poppins"/>
                <a:cs typeface="Poppins"/>
                <a:sym typeface="Poppins"/>
              </a:defRPr>
            </a:lvl8pPr>
            <a:lvl9pPr marL="1828800" algn="l" defTabSz="457200" rtl="0" eaLnBrk="1" latinLnBrk="0" hangingPunct="1">
              <a:defRPr sz="1000" kern="1200">
                <a:solidFill>
                  <a:srgbClr val="74808C"/>
                </a:solidFill>
                <a:latin typeface="Poppins"/>
                <a:ea typeface="Poppins"/>
                <a:cs typeface="Poppins"/>
                <a:sym typeface="Poppins"/>
              </a:defRPr>
            </a:lvl9pPr>
          </a:lstStyle>
          <a:p>
            <a:pPr eaLnBrk="1">
              <a:defRPr/>
            </a:pPr>
            <a:r>
              <a:rPr lang="ru-RU" altLang="x-none" sz="2800" b="1" dirty="0">
                <a:solidFill>
                  <a:schemeClr val="bg1"/>
                </a:solidFill>
                <a:latin typeface="Arial Black" panose="020B0A04020102020204" pitchFamily="34" charset="0"/>
                <a:ea typeface="+mn-ea"/>
                <a:cs typeface="+mn-cs"/>
                <a:sym typeface="Poppins Medium" charset="0"/>
              </a:rPr>
              <a:t>Результаты выполнения курсового проекта</a:t>
            </a:r>
          </a:p>
        </p:txBody>
      </p:sp>
      <p:sp>
        <p:nvSpPr>
          <p:cNvPr id="4" name="Text Box 3">
            <a:extLst>
              <a:ext uri="{FF2B5EF4-FFF2-40B4-BE49-F238E27FC236}">
                <a16:creationId xmlns:a16="http://schemas.microsoft.com/office/drawing/2014/main" id="{600404EC-E5A9-FDFF-595B-1DF5BFB3A6A9}"/>
              </a:ext>
            </a:extLst>
          </p:cNvPr>
          <p:cNvSpPr txBox="1">
            <a:spLocks/>
          </p:cNvSpPr>
          <p:nvPr/>
        </p:nvSpPr>
        <p:spPr bwMode="auto">
          <a:xfrm>
            <a:off x="1267644" y="1477784"/>
            <a:ext cx="10538275" cy="17836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lstStyle>
            <a:defPPr>
              <a:defRPr lang="en-US"/>
            </a:defPPr>
            <a:lvl1pPr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1pPr>
            <a:lvl2pPr marL="228600" indent="-1143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2pPr>
            <a:lvl3pPr marL="457200" indent="-2286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3pPr>
            <a:lvl4pPr marL="685800" indent="-3429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4pPr>
            <a:lvl5pPr marL="914400" indent="-4572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5pPr>
            <a:lvl6pPr marL="1143000" algn="l" defTabSz="457200" rtl="0" eaLnBrk="1" latinLnBrk="0" hangingPunct="1">
              <a:defRPr sz="1000" kern="1200">
                <a:solidFill>
                  <a:srgbClr val="74808C"/>
                </a:solidFill>
                <a:latin typeface="Poppins"/>
                <a:ea typeface="Poppins"/>
                <a:cs typeface="Poppins"/>
                <a:sym typeface="Poppins"/>
              </a:defRPr>
            </a:lvl6pPr>
            <a:lvl7pPr marL="1371600" algn="l" defTabSz="457200" rtl="0" eaLnBrk="1" latinLnBrk="0" hangingPunct="1">
              <a:defRPr sz="1000" kern="1200">
                <a:solidFill>
                  <a:srgbClr val="74808C"/>
                </a:solidFill>
                <a:latin typeface="Poppins"/>
                <a:ea typeface="Poppins"/>
                <a:cs typeface="Poppins"/>
                <a:sym typeface="Poppins"/>
              </a:defRPr>
            </a:lvl7pPr>
            <a:lvl8pPr marL="1600200" algn="l" defTabSz="457200" rtl="0" eaLnBrk="1" latinLnBrk="0" hangingPunct="1">
              <a:defRPr sz="1000" kern="1200">
                <a:solidFill>
                  <a:srgbClr val="74808C"/>
                </a:solidFill>
                <a:latin typeface="Poppins"/>
                <a:ea typeface="Poppins"/>
                <a:cs typeface="Poppins"/>
                <a:sym typeface="Poppins"/>
              </a:defRPr>
            </a:lvl8pPr>
            <a:lvl9pPr marL="1828800" algn="l" defTabSz="457200" rtl="0" eaLnBrk="1" latinLnBrk="0" hangingPunct="1">
              <a:defRPr sz="1000" kern="1200">
                <a:solidFill>
                  <a:srgbClr val="74808C"/>
                </a:solidFill>
                <a:latin typeface="Poppins"/>
                <a:ea typeface="Poppins"/>
                <a:cs typeface="Poppins"/>
                <a:sym typeface="Poppins"/>
              </a:defRPr>
            </a:lvl9pPr>
          </a:lstStyle>
          <a:p>
            <a:pPr eaLnBrk="1">
              <a:defRPr/>
            </a:pPr>
            <a:r>
              <a:rPr lang="ru-RU" altLang="x-none" sz="2000" b="1" dirty="0">
                <a:solidFill>
                  <a:schemeClr val="bg1"/>
                </a:solidFill>
                <a:latin typeface="Arial Black" panose="020B0A04020102020204" pitchFamily="34" charset="0"/>
                <a:cs typeface="Arial" panose="020B0604020202020204" pitchFamily="34" charset="0"/>
                <a:sym typeface="Poppins Medium" charset="0"/>
              </a:rPr>
              <a:t>В курсовом проекте были решены все поставленные задачи:</a:t>
            </a:r>
          </a:p>
          <a:p>
            <a:pPr eaLnBrk="1">
              <a:defRPr/>
            </a:pPr>
            <a:endParaRPr lang="ru-RU" altLang="x-none" sz="2000" b="1" dirty="0">
              <a:solidFill>
                <a:schemeClr val="bg1"/>
              </a:solidFill>
              <a:latin typeface="Arial Black" panose="020B0A04020102020204" pitchFamily="34" charset="0"/>
              <a:cs typeface="Arial" panose="020B0604020202020204" pitchFamily="34" charset="0"/>
              <a:sym typeface="Poppins Medium" charset="0"/>
            </a:endParaRPr>
          </a:p>
          <a:p>
            <a:pPr marL="342900" indent="-342900" eaLnBrk="1">
              <a:buFont typeface="Arial" panose="020B0604020202020204" pitchFamily="34" charset="0"/>
              <a:buChar char="•"/>
              <a:defRPr/>
            </a:pPr>
            <a:r>
              <a:rPr lang="ru-RU" altLang="x-none" sz="2000" b="1" dirty="0">
                <a:solidFill>
                  <a:schemeClr val="bg1"/>
                </a:solidFill>
                <a:latin typeface="Arial Black" panose="020B0A04020102020204" pitchFamily="34" charset="0"/>
                <a:cs typeface="Arial" panose="020B0604020202020204" pitchFamily="34" charset="0"/>
                <a:sym typeface="Poppins Medium" charset="0"/>
              </a:rPr>
              <a:t>Разработано игровое приложение для образовательного учреждения;</a:t>
            </a:r>
          </a:p>
          <a:p>
            <a:pPr marL="342900" indent="-342900" eaLnBrk="1">
              <a:buFont typeface="Arial" panose="020B0604020202020204" pitchFamily="34" charset="0"/>
              <a:buChar char="•"/>
              <a:defRPr/>
            </a:pPr>
            <a:r>
              <a:rPr lang="ru-RU" altLang="x-none" sz="2000" b="1" dirty="0">
                <a:solidFill>
                  <a:schemeClr val="bg1"/>
                </a:solidFill>
                <a:latin typeface="Arial Black" panose="020B0A04020102020204" pitchFamily="34" charset="0"/>
                <a:cs typeface="Arial" panose="020B0604020202020204" pitchFamily="34" charset="0"/>
                <a:sym typeface="Poppins Medium" charset="0"/>
              </a:rPr>
              <a:t>Выполнен анализ требований;</a:t>
            </a:r>
          </a:p>
          <a:p>
            <a:pPr marL="342900" indent="-342900" eaLnBrk="1">
              <a:buFont typeface="Arial" panose="020B0604020202020204" pitchFamily="34" charset="0"/>
              <a:buChar char="•"/>
              <a:defRPr/>
            </a:pPr>
            <a:r>
              <a:rPr lang="ru-RU" altLang="x-none" sz="2000" b="1" dirty="0">
                <a:solidFill>
                  <a:schemeClr val="bg1"/>
                </a:solidFill>
                <a:latin typeface="Arial Black" panose="020B0A04020102020204" pitchFamily="34" charset="0"/>
                <a:cs typeface="Arial" panose="020B0604020202020204" pitchFamily="34" charset="0"/>
                <a:sym typeface="Poppins Medium" charset="0"/>
              </a:rPr>
              <a:t>Спроектирован и реализован игровой процесс.</a:t>
            </a:r>
          </a:p>
        </p:txBody>
      </p:sp>
      <p:sp>
        <p:nvSpPr>
          <p:cNvPr id="6" name="Text Box 3">
            <a:extLst>
              <a:ext uri="{FF2B5EF4-FFF2-40B4-BE49-F238E27FC236}">
                <a16:creationId xmlns:a16="http://schemas.microsoft.com/office/drawing/2014/main" id="{9FF2E34C-AE03-6DCD-0AD9-F972703B77D5}"/>
              </a:ext>
            </a:extLst>
          </p:cNvPr>
          <p:cNvSpPr txBox="1">
            <a:spLocks/>
          </p:cNvSpPr>
          <p:nvPr/>
        </p:nvSpPr>
        <p:spPr bwMode="auto">
          <a:xfrm>
            <a:off x="1267644" y="3627120"/>
            <a:ext cx="10538275" cy="17836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lstStyle>
            <a:defPPr>
              <a:defRPr lang="en-US"/>
            </a:defPPr>
            <a:lvl1pPr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1pPr>
            <a:lvl2pPr marL="228600" indent="-1143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2pPr>
            <a:lvl3pPr marL="457200" indent="-2286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3pPr>
            <a:lvl4pPr marL="685800" indent="-3429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4pPr>
            <a:lvl5pPr marL="914400" indent="-4572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5pPr>
            <a:lvl6pPr marL="1143000" algn="l" defTabSz="457200" rtl="0" eaLnBrk="1" latinLnBrk="0" hangingPunct="1">
              <a:defRPr sz="1000" kern="1200">
                <a:solidFill>
                  <a:srgbClr val="74808C"/>
                </a:solidFill>
                <a:latin typeface="Poppins"/>
                <a:ea typeface="Poppins"/>
                <a:cs typeface="Poppins"/>
                <a:sym typeface="Poppins"/>
              </a:defRPr>
            </a:lvl6pPr>
            <a:lvl7pPr marL="1371600" algn="l" defTabSz="457200" rtl="0" eaLnBrk="1" latinLnBrk="0" hangingPunct="1">
              <a:defRPr sz="1000" kern="1200">
                <a:solidFill>
                  <a:srgbClr val="74808C"/>
                </a:solidFill>
                <a:latin typeface="Poppins"/>
                <a:ea typeface="Poppins"/>
                <a:cs typeface="Poppins"/>
                <a:sym typeface="Poppins"/>
              </a:defRPr>
            </a:lvl7pPr>
            <a:lvl8pPr marL="1600200" algn="l" defTabSz="457200" rtl="0" eaLnBrk="1" latinLnBrk="0" hangingPunct="1">
              <a:defRPr sz="1000" kern="1200">
                <a:solidFill>
                  <a:srgbClr val="74808C"/>
                </a:solidFill>
                <a:latin typeface="Poppins"/>
                <a:ea typeface="Poppins"/>
                <a:cs typeface="Poppins"/>
                <a:sym typeface="Poppins"/>
              </a:defRPr>
            </a:lvl8pPr>
            <a:lvl9pPr marL="1828800" algn="l" defTabSz="457200" rtl="0" eaLnBrk="1" latinLnBrk="0" hangingPunct="1">
              <a:defRPr sz="1000" kern="1200">
                <a:solidFill>
                  <a:srgbClr val="74808C"/>
                </a:solidFill>
                <a:latin typeface="Poppins"/>
                <a:ea typeface="Poppins"/>
                <a:cs typeface="Poppins"/>
                <a:sym typeface="Poppins"/>
              </a:defRPr>
            </a:lvl9pPr>
          </a:lstStyle>
          <a:p>
            <a:pPr eaLnBrk="1">
              <a:defRPr/>
            </a:pPr>
            <a:r>
              <a:rPr lang="ru-RU" altLang="x-none" sz="2000" b="1" dirty="0">
                <a:solidFill>
                  <a:schemeClr val="bg1"/>
                </a:solidFill>
                <a:latin typeface="Arial Black" panose="020B0A04020102020204" pitchFamily="34" charset="0"/>
                <a:cs typeface="Arial" panose="020B0604020202020204" pitchFamily="34" charset="0"/>
                <a:sym typeface="Poppins Medium" charset="0"/>
              </a:rPr>
              <a:t>Достоинства программы:</a:t>
            </a:r>
          </a:p>
          <a:p>
            <a:pPr eaLnBrk="1">
              <a:defRPr/>
            </a:pPr>
            <a:endParaRPr lang="ru-RU" altLang="x-none" sz="2000" b="1" dirty="0">
              <a:solidFill>
                <a:schemeClr val="bg1"/>
              </a:solidFill>
              <a:latin typeface="Arial Black" panose="020B0A04020102020204" pitchFamily="34" charset="0"/>
              <a:cs typeface="Arial" panose="020B0604020202020204" pitchFamily="34" charset="0"/>
              <a:sym typeface="Poppins Medium" charset="0"/>
            </a:endParaRPr>
          </a:p>
          <a:p>
            <a:pPr marL="342900" indent="-342900" eaLnBrk="1">
              <a:buFont typeface="Arial" panose="020B0604020202020204" pitchFamily="34" charset="0"/>
              <a:buChar char="•"/>
              <a:defRPr/>
            </a:pPr>
            <a:r>
              <a:rPr lang="ru-RU" altLang="x-none" sz="2000" b="1" dirty="0">
                <a:solidFill>
                  <a:schemeClr val="bg1"/>
                </a:solidFill>
                <a:latin typeface="Arial Black" panose="020B0A04020102020204" pitchFamily="34" charset="0"/>
                <a:cs typeface="Arial" panose="020B0604020202020204" pitchFamily="34" charset="0"/>
                <a:sym typeface="Poppins Medium" charset="0"/>
              </a:rPr>
              <a:t>Простой функционал;</a:t>
            </a:r>
          </a:p>
          <a:p>
            <a:pPr marL="342900" indent="-342900" eaLnBrk="1">
              <a:buFont typeface="Arial" panose="020B0604020202020204" pitchFamily="34" charset="0"/>
              <a:buChar char="•"/>
              <a:defRPr/>
            </a:pPr>
            <a:r>
              <a:rPr lang="ru-RU" altLang="x-none" sz="2000" b="1" dirty="0">
                <a:solidFill>
                  <a:schemeClr val="bg1"/>
                </a:solidFill>
                <a:latin typeface="Arial Black" panose="020B0A04020102020204" pitchFamily="34" charset="0"/>
                <a:cs typeface="Arial" panose="020B0604020202020204" pitchFamily="34" charset="0"/>
                <a:sym typeface="Poppins Medium" charset="0"/>
              </a:rPr>
              <a:t>Привлекательный интерфейс;</a:t>
            </a:r>
          </a:p>
          <a:p>
            <a:pPr marL="342900" indent="-342900" eaLnBrk="1">
              <a:buFont typeface="Arial" panose="020B0604020202020204" pitchFamily="34" charset="0"/>
              <a:buChar char="•"/>
              <a:defRPr/>
            </a:pPr>
            <a:r>
              <a:rPr lang="ru-RU" altLang="x-none" sz="2000" b="1" dirty="0">
                <a:solidFill>
                  <a:schemeClr val="bg1"/>
                </a:solidFill>
                <a:latin typeface="Arial Black" panose="020B0A04020102020204" pitchFamily="34" charset="0"/>
                <a:cs typeface="Arial" panose="020B0604020202020204" pitchFamily="34" charset="0"/>
                <a:sym typeface="Poppins Medium" charset="0"/>
              </a:rPr>
              <a:t>Усвоение информации в виде стратегической игры.</a:t>
            </a:r>
          </a:p>
        </p:txBody>
      </p:sp>
    </p:spTree>
    <p:extLst>
      <p:ext uri="{BB962C8B-B14F-4D97-AF65-F5344CB8AC3E}">
        <p14:creationId xmlns:p14="http://schemas.microsoft.com/office/powerpoint/2010/main" val="460818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561F1AEA-419D-B821-812D-8F5EBA1630F9}"/>
              </a:ext>
            </a:extLst>
          </p:cNvPr>
          <p:cNvSpPr txBox="1">
            <a:spLocks/>
          </p:cNvSpPr>
          <p:nvPr/>
        </p:nvSpPr>
        <p:spPr bwMode="auto">
          <a:xfrm>
            <a:off x="3099774" y="2333971"/>
            <a:ext cx="5992452" cy="10950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lstStyle>
            <a:defPPr>
              <a:defRPr lang="en-US"/>
            </a:defPPr>
            <a:lvl1pPr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1pPr>
            <a:lvl2pPr marL="228600" indent="-1143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2pPr>
            <a:lvl3pPr marL="457200" indent="-2286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3pPr>
            <a:lvl4pPr marL="685800" indent="-3429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4pPr>
            <a:lvl5pPr marL="914400" indent="-457200" algn="l" defTabSz="412750" rtl="0" eaLnBrk="0" fontAlgn="base" hangingPunct="0">
              <a:spcBef>
                <a:spcPct val="0"/>
              </a:spcBef>
              <a:spcAft>
                <a:spcPct val="0"/>
              </a:spcAft>
              <a:defRPr sz="1000" kern="1200">
                <a:solidFill>
                  <a:srgbClr val="74808C"/>
                </a:solidFill>
                <a:latin typeface="Poppins"/>
                <a:ea typeface="Poppins"/>
                <a:cs typeface="Poppins"/>
                <a:sym typeface="Poppins"/>
              </a:defRPr>
            </a:lvl5pPr>
            <a:lvl6pPr marL="1143000" algn="l" defTabSz="457200" rtl="0" eaLnBrk="1" latinLnBrk="0" hangingPunct="1">
              <a:defRPr sz="1000" kern="1200">
                <a:solidFill>
                  <a:srgbClr val="74808C"/>
                </a:solidFill>
                <a:latin typeface="Poppins"/>
                <a:ea typeface="Poppins"/>
                <a:cs typeface="Poppins"/>
                <a:sym typeface="Poppins"/>
              </a:defRPr>
            </a:lvl6pPr>
            <a:lvl7pPr marL="1371600" algn="l" defTabSz="457200" rtl="0" eaLnBrk="1" latinLnBrk="0" hangingPunct="1">
              <a:defRPr sz="1000" kern="1200">
                <a:solidFill>
                  <a:srgbClr val="74808C"/>
                </a:solidFill>
                <a:latin typeface="Poppins"/>
                <a:ea typeface="Poppins"/>
                <a:cs typeface="Poppins"/>
                <a:sym typeface="Poppins"/>
              </a:defRPr>
            </a:lvl7pPr>
            <a:lvl8pPr marL="1600200" algn="l" defTabSz="457200" rtl="0" eaLnBrk="1" latinLnBrk="0" hangingPunct="1">
              <a:defRPr sz="1000" kern="1200">
                <a:solidFill>
                  <a:srgbClr val="74808C"/>
                </a:solidFill>
                <a:latin typeface="Poppins"/>
                <a:ea typeface="Poppins"/>
                <a:cs typeface="Poppins"/>
                <a:sym typeface="Poppins"/>
              </a:defRPr>
            </a:lvl8pPr>
            <a:lvl9pPr marL="1828800" algn="l" defTabSz="457200" rtl="0" eaLnBrk="1" latinLnBrk="0" hangingPunct="1">
              <a:defRPr sz="1000" kern="1200">
                <a:solidFill>
                  <a:srgbClr val="74808C"/>
                </a:solidFill>
                <a:latin typeface="Poppins"/>
                <a:ea typeface="Poppins"/>
                <a:cs typeface="Poppins"/>
                <a:sym typeface="Poppins"/>
              </a:defRPr>
            </a:lvl9pPr>
          </a:lstStyle>
          <a:p>
            <a:pPr algn="ctr" eaLnBrk="1">
              <a:defRPr/>
            </a:pPr>
            <a:r>
              <a:rPr lang="ru-RU" altLang="x-none" sz="5400" b="1" dirty="0">
                <a:solidFill>
                  <a:schemeClr val="bg1"/>
                </a:solidFill>
                <a:latin typeface="Arial Black" panose="020B0A04020102020204" pitchFamily="34" charset="0"/>
                <a:ea typeface="+mn-ea"/>
                <a:cs typeface="+mn-cs"/>
                <a:sym typeface="Poppins Medium" charset="0"/>
              </a:rPr>
              <a:t>Спасибо за внимание</a:t>
            </a:r>
          </a:p>
        </p:txBody>
      </p:sp>
    </p:spTree>
    <p:extLst>
      <p:ext uri="{BB962C8B-B14F-4D97-AF65-F5344CB8AC3E}">
        <p14:creationId xmlns:p14="http://schemas.microsoft.com/office/powerpoint/2010/main" val="1877214466"/>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717</TotalTime>
  <Words>582</Words>
  <Application>Microsoft Office PowerPoint</Application>
  <PresentationFormat>Широкоэкранный</PresentationFormat>
  <Paragraphs>71</Paragraphs>
  <Slides>12</Slides>
  <Notes>10</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12</vt:i4>
      </vt:variant>
    </vt:vector>
  </HeadingPairs>
  <TitlesOfParts>
    <vt:vector size="20" baseType="lpstr">
      <vt:lpstr>Arial</vt:lpstr>
      <vt:lpstr>Arial Black</vt:lpstr>
      <vt:lpstr>Calibri</vt:lpstr>
      <vt:lpstr>Calibri Light</vt:lpstr>
      <vt:lpstr>Montserrat</vt:lpstr>
      <vt:lpstr>Poppins</vt:lpstr>
      <vt:lpstr>Times New Roman</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ARTUR POGHOSYAN</dc:creator>
  <cp:lastModifiedBy>ARTUR POGHOSYAN</cp:lastModifiedBy>
  <cp:revision>19</cp:revision>
  <dcterms:created xsi:type="dcterms:W3CDTF">2022-11-15T10:16:03Z</dcterms:created>
  <dcterms:modified xsi:type="dcterms:W3CDTF">2022-11-17T06:45:16Z</dcterms:modified>
</cp:coreProperties>
</file>